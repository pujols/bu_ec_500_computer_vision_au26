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6216" r:id="rId2"/>
    <p:sldId id="6217" r:id="rId3"/>
    <p:sldId id="6111" r:id="rId4"/>
    <p:sldId id="6228" r:id="rId5"/>
    <p:sldId id="6218" r:id="rId6"/>
    <p:sldId id="6232" r:id="rId7"/>
    <p:sldId id="6219" r:id="rId8"/>
    <p:sldId id="6220" r:id="rId9"/>
    <p:sldId id="6221" r:id="rId10"/>
    <p:sldId id="6222" r:id="rId11"/>
    <p:sldId id="6229" r:id="rId12"/>
    <p:sldId id="6223" r:id="rId13"/>
    <p:sldId id="6230" r:id="rId14"/>
    <p:sldId id="6224" r:id="rId15"/>
    <p:sldId id="6225" r:id="rId16"/>
    <p:sldId id="6226" r:id="rId17"/>
    <p:sldId id="6231" r:id="rId18"/>
    <p:sldId id="622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o, Wei-Lun" initials="CW" lastIdx="4" clrIdx="0">
    <p:extLst>
      <p:ext uri="{19B8F6BF-5375-455C-9EA6-DF929625EA0E}">
        <p15:presenceInfo xmlns:p15="http://schemas.microsoft.com/office/powerpoint/2012/main" userId="S-1-5-21-2978849671-3447107804-1146194034-2555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850A43-D9B2-4B69-AD64-433D27BD925E}" v="693" dt="2026-10-14T06:07:58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3" autoAdjust="0"/>
    <p:restoredTop sz="79184"/>
  </p:normalViewPr>
  <p:slideViewPr>
    <p:cSldViewPr snapToGrid="0" snapToObjects="1">
      <p:cViewPr varScale="1">
        <p:scale>
          <a:sx n="83" d="100"/>
          <a:sy n="83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o, Wei-Lun" userId="d629317c-62de-44d6-9e2c-4d96c0d2596e" providerId="ADAL" clId="{E047DB95-266B-4A8F-9553-BDF1C75A45B8}"/>
    <pc:docChg chg="undo custSel addSld delSld modSld sldOrd">
      <pc:chgData name="Chao, Wei-Lun" userId="d629317c-62de-44d6-9e2c-4d96c0d2596e" providerId="ADAL" clId="{E047DB95-266B-4A8F-9553-BDF1C75A45B8}" dt="2026-10-14T06:08:10.776" v="4615" actId="20577"/>
      <pc:docMkLst>
        <pc:docMk/>
      </pc:docMkLst>
      <pc:sldChg chg="delSp modSp mod">
        <pc:chgData name="Chao, Wei-Lun" userId="d629317c-62de-44d6-9e2c-4d96c0d2596e" providerId="ADAL" clId="{E047DB95-266B-4A8F-9553-BDF1C75A45B8}" dt="2026-10-14T04:39:06.195" v="1927" actId="478"/>
        <pc:sldMkLst>
          <pc:docMk/>
          <pc:sldMk cId="3024788253" sldId="6111"/>
        </pc:sldMkLst>
        <pc:spChg chg="mod">
          <ac:chgData name="Chao, Wei-Lun" userId="d629317c-62de-44d6-9e2c-4d96c0d2596e" providerId="ADAL" clId="{E047DB95-266B-4A8F-9553-BDF1C75A45B8}" dt="2026-10-14T04:22:33.996" v="1312" actId="20577"/>
          <ac:spMkLst>
            <pc:docMk/>
            <pc:sldMk cId="3024788253" sldId="6111"/>
            <ac:spMk id="3" creationId="{85806E11-FAB8-9015-415A-3C9DCD1AC8B4}"/>
          </ac:spMkLst>
        </pc:spChg>
        <pc:spChg chg="del">
          <ac:chgData name="Chao, Wei-Lun" userId="d629317c-62de-44d6-9e2c-4d96c0d2596e" providerId="ADAL" clId="{E047DB95-266B-4A8F-9553-BDF1C75A45B8}" dt="2026-10-14T04:39:06.195" v="1927" actId="478"/>
          <ac:spMkLst>
            <pc:docMk/>
            <pc:sldMk cId="3024788253" sldId="6111"/>
            <ac:spMk id="6" creationId="{9E97B1CD-BC79-32CB-E115-B432C32B08C2}"/>
          </ac:spMkLst>
        </pc:spChg>
      </pc:sldChg>
      <pc:sldChg chg="addSp modSp add del mod modAnim">
        <pc:chgData name="Chao, Wei-Lun" userId="d629317c-62de-44d6-9e2c-4d96c0d2596e" providerId="ADAL" clId="{E047DB95-266B-4A8F-9553-BDF1C75A45B8}" dt="2026-10-14T04:19:36.069" v="1105" actId="47"/>
        <pc:sldMkLst>
          <pc:docMk/>
          <pc:sldMk cId="2671121785" sldId="6214"/>
        </pc:sldMkLst>
      </pc:sldChg>
      <pc:sldChg chg="modSp add mod">
        <pc:chgData name="Chao, Wei-Lun" userId="d629317c-62de-44d6-9e2c-4d96c0d2596e" providerId="ADAL" clId="{E047DB95-266B-4A8F-9553-BDF1C75A45B8}" dt="2026-10-14T04:16:01.565" v="902" actId="20577"/>
        <pc:sldMkLst>
          <pc:docMk/>
          <pc:sldMk cId="1979075895" sldId="6216"/>
        </pc:sldMkLst>
        <pc:spChg chg="mod">
          <ac:chgData name="Chao, Wei-Lun" userId="d629317c-62de-44d6-9e2c-4d96c0d2596e" providerId="ADAL" clId="{E047DB95-266B-4A8F-9553-BDF1C75A45B8}" dt="2026-10-14T04:16:01.565" v="902" actId="20577"/>
          <ac:spMkLst>
            <pc:docMk/>
            <pc:sldMk cId="1979075895" sldId="6216"/>
            <ac:spMk id="4" creationId="{EE112CCA-10BF-C9A9-8933-B6EC4CC7D209}"/>
          </ac:spMkLst>
        </pc:spChg>
      </pc:sldChg>
      <pc:sldChg chg="modSp mod ord">
        <pc:chgData name="Chao, Wei-Lun" userId="d629317c-62de-44d6-9e2c-4d96c0d2596e" providerId="ADAL" clId="{E047DB95-266B-4A8F-9553-BDF1C75A45B8}" dt="2026-10-14T05:50:38.385" v="4437"/>
        <pc:sldMkLst>
          <pc:docMk/>
          <pc:sldMk cId="3684386590" sldId="6217"/>
        </pc:sldMkLst>
        <pc:spChg chg="mod">
          <ac:chgData name="Chao, Wei-Lun" userId="d629317c-62de-44d6-9e2c-4d96c0d2596e" providerId="ADAL" clId="{E047DB95-266B-4A8F-9553-BDF1C75A45B8}" dt="2026-10-14T05:44:10.081" v="3904" actId="20577"/>
          <ac:spMkLst>
            <pc:docMk/>
            <pc:sldMk cId="3684386590" sldId="6217"/>
            <ac:spMk id="2" creationId="{41B150D9-347D-5631-7C1E-25B9B091E1AC}"/>
          </ac:spMkLst>
        </pc:spChg>
        <pc:spChg chg="mod">
          <ac:chgData name="Chao, Wei-Lun" userId="d629317c-62de-44d6-9e2c-4d96c0d2596e" providerId="ADAL" clId="{E047DB95-266B-4A8F-9553-BDF1C75A45B8}" dt="2026-10-14T05:47:52.098" v="4345" actId="20577"/>
          <ac:spMkLst>
            <pc:docMk/>
            <pc:sldMk cId="3684386590" sldId="6217"/>
            <ac:spMk id="3" creationId="{E5DA0C2C-AC48-CA29-88C8-2CE689AC10AB}"/>
          </ac:spMkLst>
        </pc:spChg>
      </pc:sldChg>
      <pc:sldChg chg="modSp new mod">
        <pc:chgData name="Chao, Wei-Lun" userId="d629317c-62de-44d6-9e2c-4d96c0d2596e" providerId="ADAL" clId="{E047DB95-266B-4A8F-9553-BDF1C75A45B8}" dt="2026-10-14T04:45:17.784" v="2174" actId="20577"/>
        <pc:sldMkLst>
          <pc:docMk/>
          <pc:sldMk cId="2984014019" sldId="6218"/>
        </pc:sldMkLst>
        <pc:spChg chg="mod">
          <ac:chgData name="Chao, Wei-Lun" userId="d629317c-62de-44d6-9e2c-4d96c0d2596e" providerId="ADAL" clId="{E047DB95-266B-4A8F-9553-BDF1C75A45B8}" dt="2026-10-14T04:20:01.084" v="1117" actId="20577"/>
          <ac:spMkLst>
            <pc:docMk/>
            <pc:sldMk cId="2984014019" sldId="6218"/>
            <ac:spMk id="2" creationId="{0C530506-91C6-EF56-954C-099A0E500E61}"/>
          </ac:spMkLst>
        </pc:spChg>
        <pc:spChg chg="mod">
          <ac:chgData name="Chao, Wei-Lun" userId="d629317c-62de-44d6-9e2c-4d96c0d2596e" providerId="ADAL" clId="{E047DB95-266B-4A8F-9553-BDF1C75A45B8}" dt="2026-10-14T04:45:17.784" v="2174" actId="20577"/>
          <ac:spMkLst>
            <pc:docMk/>
            <pc:sldMk cId="2984014019" sldId="6218"/>
            <ac:spMk id="3" creationId="{925B4603-BA56-05CD-3799-C19E2BA2BE60}"/>
          </ac:spMkLst>
        </pc:spChg>
      </pc:sldChg>
      <pc:sldChg chg="modSp new del mod">
        <pc:chgData name="Chao, Wei-Lun" userId="d629317c-62de-44d6-9e2c-4d96c0d2596e" providerId="ADAL" clId="{E047DB95-266B-4A8F-9553-BDF1C75A45B8}" dt="2026-10-14T04:19:36.575" v="1106" actId="47"/>
        <pc:sldMkLst>
          <pc:docMk/>
          <pc:sldMk cId="3455532746" sldId="6218"/>
        </pc:sldMkLst>
      </pc:sldChg>
      <pc:sldChg chg="addSp delSp modSp new mod">
        <pc:chgData name="Chao, Wei-Lun" userId="d629317c-62de-44d6-9e2c-4d96c0d2596e" providerId="ADAL" clId="{E047DB95-266B-4A8F-9553-BDF1C75A45B8}" dt="2026-10-14T04:43:04.108" v="2050" actId="20577"/>
        <pc:sldMkLst>
          <pc:docMk/>
          <pc:sldMk cId="1866434151" sldId="6219"/>
        </pc:sldMkLst>
        <pc:spChg chg="mod">
          <ac:chgData name="Chao, Wei-Lun" userId="d629317c-62de-44d6-9e2c-4d96c0d2596e" providerId="ADAL" clId="{E047DB95-266B-4A8F-9553-BDF1C75A45B8}" dt="2026-10-14T04:29:53.556" v="1571" actId="20577"/>
          <ac:spMkLst>
            <pc:docMk/>
            <pc:sldMk cId="1866434151" sldId="6219"/>
            <ac:spMk id="2" creationId="{CE4F714F-A57F-3ABB-E6A1-84BFE5B15D84}"/>
          </ac:spMkLst>
        </pc:spChg>
        <pc:spChg chg="add del mod">
          <ac:chgData name="Chao, Wei-Lun" userId="d629317c-62de-44d6-9e2c-4d96c0d2596e" providerId="ADAL" clId="{E047DB95-266B-4A8F-9553-BDF1C75A45B8}" dt="2026-10-14T04:43:04.108" v="2050" actId="20577"/>
          <ac:spMkLst>
            <pc:docMk/>
            <pc:sldMk cId="1866434151" sldId="6219"/>
            <ac:spMk id="3" creationId="{8E905125-3DD9-F191-4325-485AC2066347}"/>
          </ac:spMkLst>
        </pc:spChg>
        <pc:spChg chg="mod">
          <ac:chgData name="Chao, Wei-Lun" userId="d629317c-62de-44d6-9e2c-4d96c0d2596e" providerId="ADAL" clId="{E047DB95-266B-4A8F-9553-BDF1C75A45B8}" dt="2026-10-14T04:30:15.011" v="1573"/>
          <ac:spMkLst>
            <pc:docMk/>
            <pc:sldMk cId="1866434151" sldId="6219"/>
            <ac:spMk id="6" creationId="{44BBB237-EC0D-4843-C631-CA9B0534B825}"/>
          </ac:spMkLst>
        </pc:spChg>
        <pc:spChg chg="add del">
          <ac:chgData name="Chao, Wei-Lun" userId="d629317c-62de-44d6-9e2c-4d96c0d2596e" providerId="ADAL" clId="{E047DB95-266B-4A8F-9553-BDF1C75A45B8}" dt="2026-10-14T04:31:38.660" v="1582" actId="478"/>
          <ac:spMkLst>
            <pc:docMk/>
            <pc:sldMk cId="1866434151" sldId="6219"/>
            <ac:spMk id="8" creationId="{ECF10B2C-4EE6-E430-0536-1F55976C156F}"/>
          </ac:spMkLst>
        </pc:spChg>
        <pc:spChg chg="mod">
          <ac:chgData name="Chao, Wei-Lun" userId="d629317c-62de-44d6-9e2c-4d96c0d2596e" providerId="ADAL" clId="{E047DB95-266B-4A8F-9553-BDF1C75A45B8}" dt="2026-10-14T04:30:15.011" v="1573"/>
          <ac:spMkLst>
            <pc:docMk/>
            <pc:sldMk cId="1866434151" sldId="6219"/>
            <ac:spMk id="16" creationId="{D4D08402-036F-56D1-C207-D6EB2C36F207}"/>
          </ac:spMkLst>
        </pc:spChg>
        <pc:spChg chg="mod">
          <ac:chgData name="Chao, Wei-Lun" userId="d629317c-62de-44d6-9e2c-4d96c0d2596e" providerId="ADAL" clId="{E047DB95-266B-4A8F-9553-BDF1C75A45B8}" dt="2026-10-14T04:30:15.011" v="1573"/>
          <ac:spMkLst>
            <pc:docMk/>
            <pc:sldMk cId="1866434151" sldId="6219"/>
            <ac:spMk id="22" creationId="{16516D0F-3D5D-59EF-D241-D86F3476FFD5}"/>
          </ac:spMkLst>
        </pc:spChg>
        <pc:spChg chg="add del mod">
          <ac:chgData name="Chao, Wei-Lun" userId="d629317c-62de-44d6-9e2c-4d96c0d2596e" providerId="ADAL" clId="{E047DB95-266B-4A8F-9553-BDF1C75A45B8}" dt="2026-10-14T04:31:40.654" v="1585" actId="478"/>
          <ac:spMkLst>
            <pc:docMk/>
            <pc:sldMk cId="1866434151" sldId="6219"/>
            <ac:spMk id="25" creationId="{DBE8AA99-9442-5F09-3C02-8BC0E2679F1C}"/>
          </ac:spMkLst>
        </pc:spChg>
        <pc:spChg chg="add del">
          <ac:chgData name="Chao, Wei-Lun" userId="d629317c-62de-44d6-9e2c-4d96c0d2596e" providerId="ADAL" clId="{E047DB95-266B-4A8F-9553-BDF1C75A45B8}" dt="2026-10-14T04:31:40.654" v="1585" actId="478"/>
          <ac:spMkLst>
            <pc:docMk/>
            <pc:sldMk cId="1866434151" sldId="6219"/>
            <ac:spMk id="26" creationId="{38537A59-372B-0D4B-645A-8D4B1A6C0953}"/>
          </ac:spMkLst>
        </pc:spChg>
        <pc:spChg chg="add del">
          <ac:chgData name="Chao, Wei-Lun" userId="d629317c-62de-44d6-9e2c-4d96c0d2596e" providerId="ADAL" clId="{E047DB95-266B-4A8F-9553-BDF1C75A45B8}" dt="2026-10-14T04:31:40.654" v="1585" actId="478"/>
          <ac:spMkLst>
            <pc:docMk/>
            <pc:sldMk cId="1866434151" sldId="6219"/>
            <ac:spMk id="27" creationId="{DB0E8565-E0C5-71B9-D9E2-E5AB607A5FF7}"/>
          </ac:spMkLst>
        </pc:spChg>
        <pc:spChg chg="mod">
          <ac:chgData name="Chao, Wei-Lun" userId="d629317c-62de-44d6-9e2c-4d96c0d2596e" providerId="ADAL" clId="{E047DB95-266B-4A8F-9553-BDF1C75A45B8}" dt="2026-10-14T04:30:15.011" v="1573"/>
          <ac:spMkLst>
            <pc:docMk/>
            <pc:sldMk cId="1866434151" sldId="6219"/>
            <ac:spMk id="29" creationId="{5DE9CE51-278C-4818-8DC2-2C684078C295}"/>
          </ac:spMkLst>
        </pc:spChg>
        <pc:spChg chg="mod">
          <ac:chgData name="Chao, Wei-Lun" userId="d629317c-62de-44d6-9e2c-4d96c0d2596e" providerId="ADAL" clId="{E047DB95-266B-4A8F-9553-BDF1C75A45B8}" dt="2026-10-14T04:30:15.011" v="1573"/>
          <ac:spMkLst>
            <pc:docMk/>
            <pc:sldMk cId="1866434151" sldId="6219"/>
            <ac:spMk id="34" creationId="{2A33DEB4-B4AE-63FC-21E3-961EFA333DED}"/>
          </ac:spMkLst>
        </pc:spChg>
        <pc:spChg chg="mod">
          <ac:chgData name="Chao, Wei-Lun" userId="d629317c-62de-44d6-9e2c-4d96c0d2596e" providerId="ADAL" clId="{E047DB95-266B-4A8F-9553-BDF1C75A45B8}" dt="2026-10-14T04:30:15.011" v="1573"/>
          <ac:spMkLst>
            <pc:docMk/>
            <pc:sldMk cId="1866434151" sldId="6219"/>
            <ac:spMk id="35" creationId="{8BB4C686-9709-6FBA-C5D7-D3CBED17B1D3}"/>
          </ac:spMkLst>
        </pc:spChg>
        <pc:spChg chg="add del">
          <ac:chgData name="Chao, Wei-Lun" userId="d629317c-62de-44d6-9e2c-4d96c0d2596e" providerId="ADAL" clId="{E047DB95-266B-4A8F-9553-BDF1C75A45B8}" dt="2026-10-14T04:31:38.660" v="1582" actId="478"/>
          <ac:spMkLst>
            <pc:docMk/>
            <pc:sldMk cId="1866434151" sldId="6219"/>
            <ac:spMk id="36" creationId="{40AD591A-C048-03AC-BE33-B93791864C39}"/>
          </ac:spMkLst>
        </pc:spChg>
        <pc:spChg chg="mod">
          <ac:chgData name="Chao, Wei-Lun" userId="d629317c-62de-44d6-9e2c-4d96c0d2596e" providerId="ADAL" clId="{E047DB95-266B-4A8F-9553-BDF1C75A45B8}" dt="2026-10-14T04:30:15.011" v="1573"/>
          <ac:spMkLst>
            <pc:docMk/>
            <pc:sldMk cId="1866434151" sldId="6219"/>
            <ac:spMk id="38" creationId="{BBE83901-E441-C4A4-BC22-3831842AEC0F}"/>
          </ac:spMkLst>
        </pc:spChg>
        <pc:spChg chg="mod">
          <ac:chgData name="Chao, Wei-Lun" userId="d629317c-62de-44d6-9e2c-4d96c0d2596e" providerId="ADAL" clId="{E047DB95-266B-4A8F-9553-BDF1C75A45B8}" dt="2026-10-14T04:30:15.011" v="1573"/>
          <ac:spMkLst>
            <pc:docMk/>
            <pc:sldMk cId="1866434151" sldId="6219"/>
            <ac:spMk id="42" creationId="{F64C5035-9B1B-BCC1-BD2D-FE11704D6A60}"/>
          </ac:spMkLst>
        </pc:spChg>
        <pc:spChg chg="mod">
          <ac:chgData name="Chao, Wei-Lun" userId="d629317c-62de-44d6-9e2c-4d96c0d2596e" providerId="ADAL" clId="{E047DB95-266B-4A8F-9553-BDF1C75A45B8}" dt="2026-10-14T04:30:15.011" v="1573"/>
          <ac:spMkLst>
            <pc:docMk/>
            <pc:sldMk cId="1866434151" sldId="6219"/>
            <ac:spMk id="43" creationId="{4F5CF0E7-4A1A-BEA0-8D00-6B4E871C4AF1}"/>
          </ac:spMkLst>
        </pc:spChg>
        <pc:spChg chg="add del">
          <ac:chgData name="Chao, Wei-Lun" userId="d629317c-62de-44d6-9e2c-4d96c0d2596e" providerId="ADAL" clId="{E047DB95-266B-4A8F-9553-BDF1C75A45B8}" dt="2026-10-14T04:31:38.660" v="1582" actId="478"/>
          <ac:spMkLst>
            <pc:docMk/>
            <pc:sldMk cId="1866434151" sldId="6219"/>
            <ac:spMk id="45" creationId="{CB748034-745E-93F6-B778-84D79CC370CC}"/>
          </ac:spMkLst>
        </pc:spChg>
        <pc:spChg chg="add mod">
          <ac:chgData name="Chao, Wei-Lun" userId="d629317c-62de-44d6-9e2c-4d96c0d2596e" providerId="ADAL" clId="{E047DB95-266B-4A8F-9553-BDF1C75A45B8}" dt="2026-10-14T04:32:32.433" v="1683" actId="1076"/>
          <ac:spMkLst>
            <pc:docMk/>
            <pc:sldMk cId="1866434151" sldId="6219"/>
            <ac:spMk id="47" creationId="{60B7D3FA-FA91-389F-9E4C-949F546C81D9}"/>
          </ac:spMkLst>
        </pc:spChg>
        <pc:grpChg chg="add del">
          <ac:chgData name="Chao, Wei-Lun" userId="d629317c-62de-44d6-9e2c-4d96c0d2596e" providerId="ADAL" clId="{E047DB95-266B-4A8F-9553-BDF1C75A45B8}" dt="2026-10-14T04:31:38.660" v="1582" actId="478"/>
          <ac:grpSpMkLst>
            <pc:docMk/>
            <pc:sldMk cId="1866434151" sldId="6219"/>
            <ac:grpSpMk id="5" creationId="{AA7186BD-99E8-C7EB-9C20-5B88DE7ECE10}"/>
          </ac:grpSpMkLst>
        </pc:grpChg>
        <pc:grpChg chg="add del">
          <ac:chgData name="Chao, Wei-Lun" userId="d629317c-62de-44d6-9e2c-4d96c0d2596e" providerId="ADAL" clId="{E047DB95-266B-4A8F-9553-BDF1C75A45B8}" dt="2026-10-14T04:31:38.660" v="1582" actId="478"/>
          <ac:grpSpMkLst>
            <pc:docMk/>
            <pc:sldMk cId="1866434151" sldId="6219"/>
            <ac:grpSpMk id="9" creationId="{8BB4A894-497A-9FCD-4E0F-BF08F7C9B21E}"/>
          </ac:grpSpMkLst>
        </pc:grpChg>
        <pc:grpChg chg="add del">
          <ac:chgData name="Chao, Wei-Lun" userId="d629317c-62de-44d6-9e2c-4d96c0d2596e" providerId="ADAL" clId="{E047DB95-266B-4A8F-9553-BDF1C75A45B8}" dt="2026-10-14T04:31:39.520" v="1583" actId="478"/>
          <ac:grpSpMkLst>
            <pc:docMk/>
            <pc:sldMk cId="1866434151" sldId="6219"/>
            <ac:grpSpMk id="17" creationId="{D6FB27F1-5BD5-EDA5-97F5-C55EEABD06F1}"/>
          </ac:grpSpMkLst>
        </pc:grpChg>
        <pc:grpChg chg="add del">
          <ac:chgData name="Chao, Wei-Lun" userId="d629317c-62de-44d6-9e2c-4d96c0d2596e" providerId="ADAL" clId="{E047DB95-266B-4A8F-9553-BDF1C75A45B8}" dt="2026-10-14T04:31:40.097" v="1584" actId="478"/>
          <ac:grpSpMkLst>
            <pc:docMk/>
            <pc:sldMk cId="1866434151" sldId="6219"/>
            <ac:grpSpMk id="20" creationId="{60C7CBCA-9CD4-F999-7B5F-964A852DC79B}"/>
          </ac:grpSpMkLst>
        </pc:grpChg>
        <pc:grpChg chg="add del">
          <ac:chgData name="Chao, Wei-Lun" userId="d629317c-62de-44d6-9e2c-4d96c0d2596e" providerId="ADAL" clId="{E047DB95-266B-4A8F-9553-BDF1C75A45B8}" dt="2026-10-14T04:31:38.660" v="1582" actId="478"/>
          <ac:grpSpMkLst>
            <pc:docMk/>
            <pc:sldMk cId="1866434151" sldId="6219"/>
            <ac:grpSpMk id="28" creationId="{BC75EF8F-2861-0A01-53F2-15CC0631AF92}"/>
          </ac:grpSpMkLst>
        </pc:grpChg>
        <pc:grpChg chg="add del">
          <ac:chgData name="Chao, Wei-Lun" userId="d629317c-62de-44d6-9e2c-4d96c0d2596e" providerId="ADAL" clId="{E047DB95-266B-4A8F-9553-BDF1C75A45B8}" dt="2026-10-14T04:31:38.660" v="1582" actId="478"/>
          <ac:grpSpMkLst>
            <pc:docMk/>
            <pc:sldMk cId="1866434151" sldId="6219"/>
            <ac:grpSpMk id="37" creationId="{A558A004-1A23-F160-EE9A-0A4AC360C70E}"/>
          </ac:grpSpMkLst>
        </pc:grpChg>
        <pc:picChg chg="add del">
          <ac:chgData name="Chao, Wei-Lun" userId="d629317c-62de-44d6-9e2c-4d96c0d2596e" providerId="ADAL" clId="{E047DB95-266B-4A8F-9553-BDF1C75A45B8}" dt="2026-10-14T04:31:38.660" v="1582" actId="478"/>
          <ac:picMkLst>
            <pc:docMk/>
            <pc:sldMk cId="1866434151" sldId="6219"/>
            <ac:picMk id="4" creationId="{9740A57A-70D7-E619-C2BC-1A9F1F79597B}"/>
          </ac:picMkLst>
        </pc:picChg>
        <pc:cxnChg chg="mod">
          <ac:chgData name="Chao, Wei-Lun" userId="d629317c-62de-44d6-9e2c-4d96c0d2596e" providerId="ADAL" clId="{E047DB95-266B-4A8F-9553-BDF1C75A45B8}" dt="2026-10-14T04:31:39.520" v="1583" actId="478"/>
          <ac:cxnSpMkLst>
            <pc:docMk/>
            <pc:sldMk cId="1866434151" sldId="6219"/>
            <ac:cxnSpMk id="18" creationId="{C9F031D9-CB59-B0C4-396C-DD85EC5B4253}"/>
          </ac:cxnSpMkLst>
        </pc:cxnChg>
        <pc:cxnChg chg="add del">
          <ac:chgData name="Chao, Wei-Lun" userId="d629317c-62de-44d6-9e2c-4d96c0d2596e" providerId="ADAL" clId="{E047DB95-266B-4A8F-9553-BDF1C75A45B8}" dt="2026-10-14T04:31:38.660" v="1582" actId="478"/>
          <ac:cxnSpMkLst>
            <pc:docMk/>
            <pc:sldMk cId="1866434151" sldId="6219"/>
            <ac:cxnSpMk id="23" creationId="{0500816A-61C0-48DB-104F-BB4CF7AEF598}"/>
          </ac:cxnSpMkLst>
        </pc:cxnChg>
        <pc:cxnChg chg="add del">
          <ac:chgData name="Chao, Wei-Lun" userId="d629317c-62de-44d6-9e2c-4d96c0d2596e" providerId="ADAL" clId="{E047DB95-266B-4A8F-9553-BDF1C75A45B8}" dt="2026-10-14T04:31:38.660" v="1582" actId="478"/>
          <ac:cxnSpMkLst>
            <pc:docMk/>
            <pc:sldMk cId="1866434151" sldId="6219"/>
            <ac:cxnSpMk id="24" creationId="{0D35C62E-C3EB-D675-81BC-B3C4C37BC87C}"/>
          </ac:cxnSpMkLst>
        </pc:cxnChg>
      </pc:sldChg>
      <pc:sldChg chg="addSp modSp new del mod">
        <pc:chgData name="Chao, Wei-Lun" userId="d629317c-62de-44d6-9e2c-4d96c0d2596e" providerId="ADAL" clId="{E047DB95-266B-4A8F-9553-BDF1C75A45B8}" dt="2026-10-14T04:19:36.958" v="1107" actId="47"/>
        <pc:sldMkLst>
          <pc:docMk/>
          <pc:sldMk cId="2717802192" sldId="6219"/>
        </pc:sldMkLst>
      </pc:sldChg>
      <pc:sldChg chg="new del">
        <pc:chgData name="Chao, Wei-Lun" userId="d629317c-62de-44d6-9e2c-4d96c0d2596e" providerId="ADAL" clId="{E047DB95-266B-4A8F-9553-BDF1C75A45B8}" dt="2026-10-14T04:21:28.513" v="1268" actId="680"/>
        <pc:sldMkLst>
          <pc:docMk/>
          <pc:sldMk cId="3628778360" sldId="6219"/>
        </pc:sldMkLst>
      </pc:sldChg>
      <pc:sldChg chg="modSp new del mod">
        <pc:chgData name="Chao, Wei-Lun" userId="d629317c-62de-44d6-9e2c-4d96c0d2596e" providerId="ADAL" clId="{E047DB95-266B-4A8F-9553-BDF1C75A45B8}" dt="2026-10-14T04:21:27.929" v="1267" actId="680"/>
        <pc:sldMkLst>
          <pc:docMk/>
          <pc:sldMk cId="121940567" sldId="6220"/>
        </pc:sldMkLst>
        <pc:spChg chg="mod">
          <ac:chgData name="Chao, Wei-Lun" userId="d629317c-62de-44d6-9e2c-4d96c0d2596e" providerId="ADAL" clId="{E047DB95-266B-4A8F-9553-BDF1C75A45B8}" dt="2026-10-14T04:21:15.353" v="1263"/>
          <ac:spMkLst>
            <pc:docMk/>
            <pc:sldMk cId="121940567" sldId="6220"/>
            <ac:spMk id="2" creationId="{922AC4C1-6F82-5202-0570-992BC2BF5DB7}"/>
          </ac:spMkLst>
        </pc:spChg>
        <pc:spChg chg="mod">
          <ac:chgData name="Chao, Wei-Lun" userId="d629317c-62de-44d6-9e2c-4d96c0d2596e" providerId="ADAL" clId="{E047DB95-266B-4A8F-9553-BDF1C75A45B8}" dt="2026-10-14T04:21:27.088" v="1266" actId="20577"/>
          <ac:spMkLst>
            <pc:docMk/>
            <pc:sldMk cId="121940567" sldId="6220"/>
            <ac:spMk id="3" creationId="{C5C0F8FA-F3E8-9B0C-919A-C473730AC6BB}"/>
          </ac:spMkLst>
        </pc:spChg>
      </pc:sldChg>
      <pc:sldChg chg="modSp new mod">
        <pc:chgData name="Chao, Wei-Lun" userId="d629317c-62de-44d6-9e2c-4d96c0d2596e" providerId="ADAL" clId="{E047DB95-266B-4A8F-9553-BDF1C75A45B8}" dt="2026-10-14T04:48:58.798" v="2383" actId="20577"/>
        <pc:sldMkLst>
          <pc:docMk/>
          <pc:sldMk cId="2632085203" sldId="6220"/>
        </pc:sldMkLst>
        <pc:spChg chg="mod">
          <ac:chgData name="Chao, Wei-Lun" userId="d629317c-62de-44d6-9e2c-4d96c0d2596e" providerId="ADAL" clId="{E047DB95-266B-4A8F-9553-BDF1C75A45B8}" dt="2026-10-14T04:37:18.035" v="1850"/>
          <ac:spMkLst>
            <pc:docMk/>
            <pc:sldMk cId="2632085203" sldId="6220"/>
            <ac:spMk id="2" creationId="{D57D7741-866E-7BA7-8383-A421B6115696}"/>
          </ac:spMkLst>
        </pc:spChg>
        <pc:spChg chg="mod">
          <ac:chgData name="Chao, Wei-Lun" userId="d629317c-62de-44d6-9e2c-4d96c0d2596e" providerId="ADAL" clId="{E047DB95-266B-4A8F-9553-BDF1C75A45B8}" dt="2026-10-14T04:48:58.798" v="2383" actId="20577"/>
          <ac:spMkLst>
            <pc:docMk/>
            <pc:sldMk cId="2632085203" sldId="6220"/>
            <ac:spMk id="3" creationId="{1E973079-E3B5-188D-373D-35EFD9AEA0EC}"/>
          </ac:spMkLst>
        </pc:spChg>
      </pc:sldChg>
      <pc:sldChg chg="addSp modSp new del mod">
        <pc:chgData name="Chao, Wei-Lun" userId="d629317c-62de-44d6-9e2c-4d96c0d2596e" providerId="ADAL" clId="{E047DB95-266B-4A8F-9553-BDF1C75A45B8}" dt="2026-10-14T04:19:37.465" v="1108" actId="47"/>
        <pc:sldMkLst>
          <pc:docMk/>
          <pc:sldMk cId="3924265090" sldId="6220"/>
        </pc:sldMkLst>
      </pc:sldChg>
      <pc:sldChg chg="addSp delSp modSp new mod">
        <pc:chgData name="Chao, Wei-Lun" userId="d629317c-62de-44d6-9e2c-4d96c0d2596e" providerId="ADAL" clId="{E047DB95-266B-4A8F-9553-BDF1C75A45B8}" dt="2026-10-14T04:51:49.469" v="2461" actId="207"/>
        <pc:sldMkLst>
          <pc:docMk/>
          <pc:sldMk cId="582621643" sldId="6221"/>
        </pc:sldMkLst>
        <pc:spChg chg="mod">
          <ac:chgData name="Chao, Wei-Lun" userId="d629317c-62de-44d6-9e2c-4d96c0d2596e" providerId="ADAL" clId="{E047DB95-266B-4A8F-9553-BDF1C75A45B8}" dt="2026-10-14T04:49:22.300" v="2385"/>
          <ac:spMkLst>
            <pc:docMk/>
            <pc:sldMk cId="582621643" sldId="6221"/>
            <ac:spMk id="2" creationId="{5F26516E-2F21-D34C-F1E3-3AC01C052B2B}"/>
          </ac:spMkLst>
        </pc:spChg>
        <pc:spChg chg="mod">
          <ac:chgData name="Chao, Wei-Lun" userId="d629317c-62de-44d6-9e2c-4d96c0d2596e" providerId="ADAL" clId="{E047DB95-266B-4A8F-9553-BDF1C75A45B8}" dt="2026-10-14T04:51:49.469" v="2461" actId="207"/>
          <ac:spMkLst>
            <pc:docMk/>
            <pc:sldMk cId="582621643" sldId="6221"/>
            <ac:spMk id="3" creationId="{EC6C6D5B-37C5-ED6B-4C9D-89AD9BBF01CA}"/>
          </ac:spMkLst>
        </pc:spChg>
        <pc:picChg chg="add del mod">
          <ac:chgData name="Chao, Wei-Lun" userId="d629317c-62de-44d6-9e2c-4d96c0d2596e" providerId="ADAL" clId="{E047DB95-266B-4A8F-9553-BDF1C75A45B8}" dt="2026-10-14T04:50:23.954" v="2407" actId="22"/>
          <ac:picMkLst>
            <pc:docMk/>
            <pc:sldMk cId="582621643" sldId="6221"/>
            <ac:picMk id="4" creationId="{B70B1D86-21A7-1E69-ED34-A3144AB47CF7}"/>
          </ac:picMkLst>
        </pc:picChg>
        <pc:picChg chg="add mod">
          <ac:chgData name="Chao, Wei-Lun" userId="d629317c-62de-44d6-9e2c-4d96c0d2596e" providerId="ADAL" clId="{E047DB95-266B-4A8F-9553-BDF1C75A45B8}" dt="2026-10-14T04:51:05.727" v="2415" actId="1076"/>
          <ac:picMkLst>
            <pc:docMk/>
            <pc:sldMk cId="582621643" sldId="6221"/>
            <ac:picMk id="5" creationId="{98DF3376-F4B0-5038-2B66-6537038EB0D5}"/>
          </ac:picMkLst>
        </pc:picChg>
      </pc:sldChg>
      <pc:sldChg chg="addSp delSp modSp add del mod">
        <pc:chgData name="Chao, Wei-Lun" userId="d629317c-62de-44d6-9e2c-4d96c0d2596e" providerId="ADAL" clId="{E047DB95-266B-4A8F-9553-BDF1C75A45B8}" dt="2026-10-14T04:19:37.900" v="1109" actId="47"/>
        <pc:sldMkLst>
          <pc:docMk/>
          <pc:sldMk cId="2203725925" sldId="6221"/>
        </pc:sldMkLst>
      </pc:sldChg>
      <pc:sldChg chg="addSp modSp new del mod">
        <pc:chgData name="Chao, Wei-Lun" userId="d629317c-62de-44d6-9e2c-4d96c0d2596e" providerId="ADAL" clId="{E047DB95-266B-4A8F-9553-BDF1C75A45B8}" dt="2026-10-14T04:19:38.480" v="1110" actId="47"/>
        <pc:sldMkLst>
          <pc:docMk/>
          <pc:sldMk cId="580899734" sldId="6222"/>
        </pc:sldMkLst>
      </pc:sldChg>
      <pc:sldChg chg="addSp modSp new mod">
        <pc:chgData name="Chao, Wei-Lun" userId="d629317c-62de-44d6-9e2c-4d96c0d2596e" providerId="ADAL" clId="{E047DB95-266B-4A8F-9553-BDF1C75A45B8}" dt="2026-10-14T05:54:42.611" v="4489" actId="20577"/>
        <pc:sldMkLst>
          <pc:docMk/>
          <pc:sldMk cId="3967685941" sldId="6222"/>
        </pc:sldMkLst>
        <pc:spChg chg="mod">
          <ac:chgData name="Chao, Wei-Lun" userId="d629317c-62de-44d6-9e2c-4d96c0d2596e" providerId="ADAL" clId="{E047DB95-266B-4A8F-9553-BDF1C75A45B8}" dt="2026-10-14T04:54:07.774" v="2471"/>
          <ac:spMkLst>
            <pc:docMk/>
            <pc:sldMk cId="3967685941" sldId="6222"/>
            <ac:spMk id="2" creationId="{C250AC95-E7B8-BBDA-E4B7-6654517034F7}"/>
          </ac:spMkLst>
        </pc:spChg>
        <pc:spChg chg="mod">
          <ac:chgData name="Chao, Wei-Lun" userId="d629317c-62de-44d6-9e2c-4d96c0d2596e" providerId="ADAL" clId="{E047DB95-266B-4A8F-9553-BDF1C75A45B8}" dt="2026-10-14T05:54:42.611" v="4489" actId="20577"/>
          <ac:spMkLst>
            <pc:docMk/>
            <pc:sldMk cId="3967685941" sldId="6222"/>
            <ac:spMk id="3" creationId="{B89270AE-7B72-3335-B9D4-5144DE245BDA}"/>
          </ac:spMkLst>
        </pc:spChg>
        <pc:picChg chg="add mod">
          <ac:chgData name="Chao, Wei-Lun" userId="d629317c-62de-44d6-9e2c-4d96c0d2596e" providerId="ADAL" clId="{E047DB95-266B-4A8F-9553-BDF1C75A45B8}" dt="2026-10-14T05:08:25.262" v="2768" actId="1076"/>
          <ac:picMkLst>
            <pc:docMk/>
            <pc:sldMk cId="3967685941" sldId="6222"/>
            <ac:picMk id="5" creationId="{D33F994A-C90B-3FB2-6DC9-0362FD89A3B7}"/>
          </ac:picMkLst>
        </pc:picChg>
      </pc:sldChg>
      <pc:sldChg chg="modSp new mod">
        <pc:chgData name="Chao, Wei-Lun" userId="d629317c-62de-44d6-9e2c-4d96c0d2596e" providerId="ADAL" clId="{E047DB95-266B-4A8F-9553-BDF1C75A45B8}" dt="2026-10-14T05:11:58.628" v="3098" actId="20577"/>
        <pc:sldMkLst>
          <pc:docMk/>
          <pc:sldMk cId="2016206968" sldId="6223"/>
        </pc:sldMkLst>
        <pc:spChg chg="mod">
          <ac:chgData name="Chao, Wei-Lun" userId="d629317c-62de-44d6-9e2c-4d96c0d2596e" providerId="ADAL" clId="{E047DB95-266B-4A8F-9553-BDF1C75A45B8}" dt="2026-10-14T05:07:20.127" v="2698"/>
          <ac:spMkLst>
            <pc:docMk/>
            <pc:sldMk cId="2016206968" sldId="6223"/>
            <ac:spMk id="2" creationId="{F6DB30A1-5C7E-31C5-33C6-CC66755AE151}"/>
          </ac:spMkLst>
        </pc:spChg>
        <pc:spChg chg="mod">
          <ac:chgData name="Chao, Wei-Lun" userId="d629317c-62de-44d6-9e2c-4d96c0d2596e" providerId="ADAL" clId="{E047DB95-266B-4A8F-9553-BDF1C75A45B8}" dt="2026-10-14T05:11:58.628" v="3098" actId="20577"/>
          <ac:spMkLst>
            <pc:docMk/>
            <pc:sldMk cId="2016206968" sldId="6223"/>
            <ac:spMk id="3" creationId="{A76D87F7-016D-0E11-DCB4-389FFFC6B81C}"/>
          </ac:spMkLst>
        </pc:spChg>
      </pc:sldChg>
      <pc:sldChg chg="modSp new del mod">
        <pc:chgData name="Chao, Wei-Lun" userId="d629317c-62de-44d6-9e2c-4d96c0d2596e" providerId="ADAL" clId="{E047DB95-266B-4A8F-9553-BDF1C75A45B8}" dt="2026-10-14T04:19:39.023" v="1111" actId="47"/>
        <pc:sldMkLst>
          <pc:docMk/>
          <pc:sldMk cId="4267249892" sldId="6223"/>
        </pc:sldMkLst>
      </pc:sldChg>
      <pc:sldChg chg="modSp new mod">
        <pc:chgData name="Chao, Wei-Lun" userId="d629317c-62de-44d6-9e2c-4d96c0d2596e" providerId="ADAL" clId="{E047DB95-266B-4A8F-9553-BDF1C75A45B8}" dt="2026-10-14T05:15:30.541" v="3194" actId="20577"/>
        <pc:sldMkLst>
          <pc:docMk/>
          <pc:sldMk cId="1272062839" sldId="6224"/>
        </pc:sldMkLst>
        <pc:spChg chg="mod">
          <ac:chgData name="Chao, Wei-Lun" userId="d629317c-62de-44d6-9e2c-4d96c0d2596e" providerId="ADAL" clId="{E047DB95-266B-4A8F-9553-BDF1C75A45B8}" dt="2026-10-14T05:14:27.260" v="3111"/>
          <ac:spMkLst>
            <pc:docMk/>
            <pc:sldMk cId="1272062839" sldId="6224"/>
            <ac:spMk id="2" creationId="{0E350B7E-81FC-EB24-8525-0C604B60D3F2}"/>
          </ac:spMkLst>
        </pc:spChg>
        <pc:spChg chg="mod">
          <ac:chgData name="Chao, Wei-Lun" userId="d629317c-62de-44d6-9e2c-4d96c0d2596e" providerId="ADAL" clId="{E047DB95-266B-4A8F-9553-BDF1C75A45B8}" dt="2026-10-14T05:15:30.541" v="3194" actId="20577"/>
          <ac:spMkLst>
            <pc:docMk/>
            <pc:sldMk cId="1272062839" sldId="6224"/>
            <ac:spMk id="3" creationId="{9D2E7609-3C5C-0D27-490B-8A25AB74A1E3}"/>
          </ac:spMkLst>
        </pc:spChg>
      </pc:sldChg>
      <pc:sldChg chg="addSp modSp new mod">
        <pc:chgData name="Chao, Wei-Lun" userId="d629317c-62de-44d6-9e2c-4d96c0d2596e" providerId="ADAL" clId="{E047DB95-266B-4A8F-9553-BDF1C75A45B8}" dt="2026-10-14T05:20:01.400" v="3290" actId="20577"/>
        <pc:sldMkLst>
          <pc:docMk/>
          <pc:sldMk cId="991320176" sldId="6225"/>
        </pc:sldMkLst>
        <pc:spChg chg="mod">
          <ac:chgData name="Chao, Wei-Lun" userId="d629317c-62de-44d6-9e2c-4d96c0d2596e" providerId="ADAL" clId="{E047DB95-266B-4A8F-9553-BDF1C75A45B8}" dt="2026-10-14T05:20:01.400" v="3290" actId="20577"/>
          <ac:spMkLst>
            <pc:docMk/>
            <pc:sldMk cId="991320176" sldId="6225"/>
            <ac:spMk id="2" creationId="{F1D9FC8B-AA91-0578-493E-0F6B6E9186A6}"/>
          </ac:spMkLst>
        </pc:spChg>
        <pc:spChg chg="mod">
          <ac:chgData name="Chao, Wei-Lun" userId="d629317c-62de-44d6-9e2c-4d96c0d2596e" providerId="ADAL" clId="{E047DB95-266B-4A8F-9553-BDF1C75A45B8}" dt="2026-10-14T05:19:29.785" v="3280" actId="20577"/>
          <ac:spMkLst>
            <pc:docMk/>
            <pc:sldMk cId="991320176" sldId="6225"/>
            <ac:spMk id="3" creationId="{554FC286-250C-B4B0-12F7-ED48D87836FE}"/>
          </ac:spMkLst>
        </pc:spChg>
        <pc:picChg chg="add mod">
          <ac:chgData name="Chao, Wei-Lun" userId="d629317c-62de-44d6-9e2c-4d96c0d2596e" providerId="ADAL" clId="{E047DB95-266B-4A8F-9553-BDF1C75A45B8}" dt="2026-10-14T05:19:13.445" v="3276" actId="14100"/>
          <ac:picMkLst>
            <pc:docMk/>
            <pc:sldMk cId="991320176" sldId="6225"/>
            <ac:picMk id="5" creationId="{312D308C-D1CC-683A-F60D-C784B7FE8BA1}"/>
          </ac:picMkLst>
        </pc:picChg>
      </pc:sldChg>
      <pc:sldChg chg="addSp modSp new mod">
        <pc:chgData name="Chao, Wei-Lun" userId="d629317c-62de-44d6-9e2c-4d96c0d2596e" providerId="ADAL" clId="{E047DB95-266B-4A8F-9553-BDF1C75A45B8}" dt="2026-10-14T05:27:25.732" v="3310" actId="1076"/>
        <pc:sldMkLst>
          <pc:docMk/>
          <pc:sldMk cId="3215355572" sldId="6226"/>
        </pc:sldMkLst>
        <pc:spChg chg="mod">
          <ac:chgData name="Chao, Wei-Lun" userId="d629317c-62de-44d6-9e2c-4d96c0d2596e" providerId="ADAL" clId="{E047DB95-266B-4A8F-9553-BDF1C75A45B8}" dt="2026-10-14T05:20:17.765" v="3294" actId="20577"/>
          <ac:spMkLst>
            <pc:docMk/>
            <pc:sldMk cId="3215355572" sldId="6226"/>
            <ac:spMk id="2" creationId="{EA070B2A-1B7A-DF12-DABB-162524BDBB34}"/>
          </ac:spMkLst>
        </pc:spChg>
        <pc:spChg chg="mod">
          <ac:chgData name="Chao, Wei-Lun" userId="d629317c-62de-44d6-9e2c-4d96c0d2596e" providerId="ADAL" clId="{E047DB95-266B-4A8F-9553-BDF1C75A45B8}" dt="2026-10-14T05:21:08.157" v="3303" actId="20577"/>
          <ac:spMkLst>
            <pc:docMk/>
            <pc:sldMk cId="3215355572" sldId="6226"/>
            <ac:spMk id="3" creationId="{E1389D36-83B1-69E6-897A-D41773AE2EB8}"/>
          </ac:spMkLst>
        </pc:spChg>
        <pc:picChg chg="add mod">
          <ac:chgData name="Chao, Wei-Lun" userId="d629317c-62de-44d6-9e2c-4d96c0d2596e" providerId="ADAL" clId="{E047DB95-266B-4A8F-9553-BDF1C75A45B8}" dt="2026-10-14T05:27:25.732" v="3310" actId="1076"/>
          <ac:picMkLst>
            <pc:docMk/>
            <pc:sldMk cId="3215355572" sldId="6226"/>
            <ac:picMk id="5" creationId="{0366BE89-7A4D-19FC-0D38-BED9E4341B9B}"/>
          </ac:picMkLst>
        </pc:picChg>
      </pc:sldChg>
      <pc:sldChg chg="modSp new mod">
        <pc:chgData name="Chao, Wei-Lun" userId="d629317c-62de-44d6-9e2c-4d96c0d2596e" providerId="ADAL" clId="{E047DB95-266B-4A8F-9553-BDF1C75A45B8}" dt="2026-10-14T06:08:10.776" v="4615" actId="20577"/>
        <pc:sldMkLst>
          <pc:docMk/>
          <pc:sldMk cId="3711658056" sldId="6227"/>
        </pc:sldMkLst>
        <pc:spChg chg="mod">
          <ac:chgData name="Chao, Wei-Lun" userId="d629317c-62de-44d6-9e2c-4d96c0d2596e" providerId="ADAL" clId="{E047DB95-266B-4A8F-9553-BDF1C75A45B8}" dt="2026-10-14T05:27:50.572" v="3321" actId="20577"/>
          <ac:spMkLst>
            <pc:docMk/>
            <pc:sldMk cId="3711658056" sldId="6227"/>
            <ac:spMk id="2" creationId="{6AE29ACE-2497-81D6-FA42-050335A5DA3D}"/>
          </ac:spMkLst>
        </pc:spChg>
        <pc:spChg chg="mod">
          <ac:chgData name="Chao, Wei-Lun" userId="d629317c-62de-44d6-9e2c-4d96c0d2596e" providerId="ADAL" clId="{E047DB95-266B-4A8F-9553-BDF1C75A45B8}" dt="2026-10-14T06:08:10.776" v="4615" actId="20577"/>
          <ac:spMkLst>
            <pc:docMk/>
            <pc:sldMk cId="3711658056" sldId="6227"/>
            <ac:spMk id="3" creationId="{6C42430E-D37F-5BF5-5C11-567CC88192EC}"/>
          </ac:spMkLst>
        </pc:spChg>
      </pc:sldChg>
      <pc:sldChg chg="modSp new mod">
        <pc:chgData name="Chao, Wei-Lun" userId="d629317c-62de-44d6-9e2c-4d96c0d2596e" providerId="ADAL" clId="{E047DB95-266B-4A8F-9553-BDF1C75A45B8}" dt="2026-10-14T05:49:57.768" v="4435" actId="20577"/>
        <pc:sldMkLst>
          <pc:docMk/>
          <pc:sldMk cId="618371887" sldId="6228"/>
        </pc:sldMkLst>
        <pc:spChg chg="mod">
          <ac:chgData name="Chao, Wei-Lun" userId="d629317c-62de-44d6-9e2c-4d96c0d2596e" providerId="ADAL" clId="{E047DB95-266B-4A8F-9553-BDF1C75A45B8}" dt="2026-10-14T05:48:18.791" v="4347"/>
          <ac:spMkLst>
            <pc:docMk/>
            <pc:sldMk cId="618371887" sldId="6228"/>
            <ac:spMk id="2" creationId="{710C018C-00F4-5D00-2C0F-DCDBB7569BA0}"/>
          </ac:spMkLst>
        </pc:spChg>
        <pc:spChg chg="mod">
          <ac:chgData name="Chao, Wei-Lun" userId="d629317c-62de-44d6-9e2c-4d96c0d2596e" providerId="ADAL" clId="{E047DB95-266B-4A8F-9553-BDF1C75A45B8}" dt="2026-10-14T05:49:57.768" v="4435" actId="20577"/>
          <ac:spMkLst>
            <pc:docMk/>
            <pc:sldMk cId="618371887" sldId="6228"/>
            <ac:spMk id="3" creationId="{AD16A3B7-A6D5-EDAB-73FA-73350B532CEB}"/>
          </ac:spMkLst>
        </pc:spChg>
      </pc:sldChg>
      <pc:sldChg chg="addSp modSp new mod">
        <pc:chgData name="Chao, Wei-Lun" userId="d629317c-62de-44d6-9e2c-4d96c0d2596e" providerId="ADAL" clId="{E047DB95-266B-4A8F-9553-BDF1C75A45B8}" dt="2026-10-14T05:54:49.362" v="4493" actId="1076"/>
        <pc:sldMkLst>
          <pc:docMk/>
          <pc:sldMk cId="1874606025" sldId="6229"/>
        </pc:sldMkLst>
        <pc:spChg chg="mod">
          <ac:chgData name="Chao, Wei-Lun" userId="d629317c-62de-44d6-9e2c-4d96c0d2596e" providerId="ADAL" clId="{E047DB95-266B-4A8F-9553-BDF1C75A45B8}" dt="2026-10-14T05:53:54.807" v="4449"/>
          <ac:spMkLst>
            <pc:docMk/>
            <pc:sldMk cId="1874606025" sldId="6229"/>
            <ac:spMk id="2" creationId="{111A7965-D676-2B93-238D-9885B77FE051}"/>
          </ac:spMkLst>
        </pc:spChg>
        <pc:spChg chg="mod">
          <ac:chgData name="Chao, Wei-Lun" userId="d629317c-62de-44d6-9e2c-4d96c0d2596e" providerId="ADAL" clId="{E047DB95-266B-4A8F-9553-BDF1C75A45B8}" dt="2026-10-14T05:54:03.080" v="4474" actId="20577"/>
          <ac:spMkLst>
            <pc:docMk/>
            <pc:sldMk cId="1874606025" sldId="6229"/>
            <ac:spMk id="3" creationId="{69698F59-9D26-77BD-EA90-1ADD13ECE540}"/>
          </ac:spMkLst>
        </pc:spChg>
        <pc:picChg chg="add mod">
          <ac:chgData name="Chao, Wei-Lun" userId="d629317c-62de-44d6-9e2c-4d96c0d2596e" providerId="ADAL" clId="{E047DB95-266B-4A8F-9553-BDF1C75A45B8}" dt="2026-10-14T05:54:49.362" v="4493" actId="1076"/>
          <ac:picMkLst>
            <pc:docMk/>
            <pc:sldMk cId="1874606025" sldId="6229"/>
            <ac:picMk id="4" creationId="{1FAEEA80-E52E-9263-75AD-2B40290FB5F2}"/>
          </ac:picMkLst>
        </pc:picChg>
        <pc:picChg chg="add mod">
          <ac:chgData name="Chao, Wei-Lun" userId="d629317c-62de-44d6-9e2c-4d96c0d2596e" providerId="ADAL" clId="{E047DB95-266B-4A8F-9553-BDF1C75A45B8}" dt="2026-10-14T05:54:46.908" v="4492" actId="1076"/>
          <ac:picMkLst>
            <pc:docMk/>
            <pc:sldMk cId="1874606025" sldId="6229"/>
            <ac:picMk id="5" creationId="{13F644F6-5126-A426-07DE-661864981C24}"/>
          </ac:picMkLst>
        </pc:picChg>
      </pc:sldChg>
      <pc:sldChg chg="addSp delSp modSp new mod">
        <pc:chgData name="Chao, Wei-Lun" userId="d629317c-62de-44d6-9e2c-4d96c0d2596e" providerId="ADAL" clId="{E047DB95-266B-4A8F-9553-BDF1C75A45B8}" dt="2026-10-14T05:55:18.628" v="4501" actId="1076"/>
        <pc:sldMkLst>
          <pc:docMk/>
          <pc:sldMk cId="249985085" sldId="6230"/>
        </pc:sldMkLst>
        <pc:spChg chg="mod">
          <ac:chgData name="Chao, Wei-Lun" userId="d629317c-62de-44d6-9e2c-4d96c0d2596e" providerId="ADAL" clId="{E047DB95-266B-4A8F-9553-BDF1C75A45B8}" dt="2026-10-14T05:55:12.379" v="4499"/>
          <ac:spMkLst>
            <pc:docMk/>
            <pc:sldMk cId="249985085" sldId="6230"/>
            <ac:spMk id="2" creationId="{3EBF1390-C311-33C5-D8F4-DE69695A31D7}"/>
          </ac:spMkLst>
        </pc:spChg>
        <pc:spChg chg="del">
          <ac:chgData name="Chao, Wei-Lun" userId="d629317c-62de-44d6-9e2c-4d96c0d2596e" providerId="ADAL" clId="{E047DB95-266B-4A8F-9553-BDF1C75A45B8}" dt="2026-10-14T05:55:05.188" v="4495" actId="478"/>
          <ac:spMkLst>
            <pc:docMk/>
            <pc:sldMk cId="249985085" sldId="6230"/>
            <ac:spMk id="3" creationId="{4D0A01D5-E743-F759-A86B-DF219A884B6F}"/>
          </ac:spMkLst>
        </pc:spChg>
        <pc:spChg chg="add mod">
          <ac:chgData name="Chao, Wei-Lun" userId="d629317c-62de-44d6-9e2c-4d96c0d2596e" providerId="ADAL" clId="{E047DB95-266B-4A8F-9553-BDF1C75A45B8}" dt="2026-10-14T05:55:17.296" v="4500"/>
          <ac:spMkLst>
            <pc:docMk/>
            <pc:sldMk cId="249985085" sldId="6230"/>
            <ac:spMk id="5" creationId="{105C18EC-A84E-829A-3434-7736FAECA60D}"/>
          </ac:spMkLst>
        </pc:spChg>
        <pc:picChg chg="add mod">
          <ac:chgData name="Chao, Wei-Lun" userId="d629317c-62de-44d6-9e2c-4d96c0d2596e" providerId="ADAL" clId="{E047DB95-266B-4A8F-9553-BDF1C75A45B8}" dt="2026-10-14T05:55:18.628" v="4501" actId="1076"/>
          <ac:picMkLst>
            <pc:docMk/>
            <pc:sldMk cId="249985085" sldId="6230"/>
            <ac:picMk id="4" creationId="{9879B79E-89EA-E468-CFF4-3B545AA0BC5C}"/>
          </ac:picMkLst>
        </pc:picChg>
      </pc:sldChg>
      <pc:sldChg chg="addSp delSp modSp add mod">
        <pc:chgData name="Chao, Wei-Lun" userId="d629317c-62de-44d6-9e2c-4d96c0d2596e" providerId="ADAL" clId="{E047DB95-266B-4A8F-9553-BDF1C75A45B8}" dt="2026-10-14T05:57:39.053" v="4525" actId="1076"/>
        <pc:sldMkLst>
          <pc:docMk/>
          <pc:sldMk cId="1458848800" sldId="6231"/>
        </pc:sldMkLst>
        <pc:spChg chg="mod">
          <ac:chgData name="Chao, Wei-Lun" userId="d629317c-62de-44d6-9e2c-4d96c0d2596e" providerId="ADAL" clId="{E047DB95-266B-4A8F-9553-BDF1C75A45B8}" dt="2026-10-14T05:55:52.460" v="4518" actId="6549"/>
          <ac:spMkLst>
            <pc:docMk/>
            <pc:sldMk cId="1458848800" sldId="6231"/>
            <ac:spMk id="3" creationId="{1EA7D81F-D52E-77D7-33B3-A79341105C01}"/>
          </ac:spMkLst>
        </pc:spChg>
        <pc:picChg chg="add mod">
          <ac:chgData name="Chao, Wei-Lun" userId="d629317c-62de-44d6-9e2c-4d96c0d2596e" providerId="ADAL" clId="{E047DB95-266B-4A8F-9553-BDF1C75A45B8}" dt="2026-10-14T05:57:39.053" v="4525" actId="1076"/>
          <ac:picMkLst>
            <pc:docMk/>
            <pc:sldMk cId="1458848800" sldId="6231"/>
            <ac:picMk id="4" creationId="{D218DC47-0EFB-EB99-91E5-5C4AAEC95DF1}"/>
          </ac:picMkLst>
        </pc:picChg>
        <pc:picChg chg="del">
          <ac:chgData name="Chao, Wei-Lun" userId="d629317c-62de-44d6-9e2c-4d96c0d2596e" providerId="ADAL" clId="{E047DB95-266B-4A8F-9553-BDF1C75A45B8}" dt="2026-10-14T05:55:53.279" v="4519" actId="478"/>
          <ac:picMkLst>
            <pc:docMk/>
            <pc:sldMk cId="1458848800" sldId="6231"/>
            <ac:picMk id="5" creationId="{B0910E6F-484D-A4AC-3B09-B0216370319B}"/>
          </ac:picMkLst>
        </pc:picChg>
        <pc:picChg chg="add mod">
          <ac:chgData name="Chao, Wei-Lun" userId="d629317c-62de-44d6-9e2c-4d96c0d2596e" providerId="ADAL" clId="{E047DB95-266B-4A8F-9553-BDF1C75A45B8}" dt="2026-10-14T05:56:52.068" v="4524" actId="1076"/>
          <ac:picMkLst>
            <pc:docMk/>
            <pc:sldMk cId="1458848800" sldId="6231"/>
            <ac:picMk id="6" creationId="{9A04507D-ABD2-641A-B483-4DEFEDDE9C2A}"/>
          </ac:picMkLst>
        </pc:picChg>
      </pc:sldChg>
      <pc:sldChg chg="modSp new mod">
        <pc:chgData name="Chao, Wei-Lun" userId="d629317c-62de-44d6-9e2c-4d96c0d2596e" providerId="ADAL" clId="{E047DB95-266B-4A8F-9553-BDF1C75A45B8}" dt="2026-10-14T06:07:38.378" v="4599" actId="20577"/>
        <pc:sldMkLst>
          <pc:docMk/>
          <pc:sldMk cId="258957094" sldId="6232"/>
        </pc:sldMkLst>
        <pc:spChg chg="mod">
          <ac:chgData name="Chao, Wei-Lun" userId="d629317c-62de-44d6-9e2c-4d96c0d2596e" providerId="ADAL" clId="{E047DB95-266B-4A8F-9553-BDF1C75A45B8}" dt="2026-10-14T06:06:53.273" v="4548" actId="20577"/>
          <ac:spMkLst>
            <pc:docMk/>
            <pc:sldMk cId="258957094" sldId="6232"/>
            <ac:spMk id="2" creationId="{4BEAB6BA-E3A0-48D0-97B3-C8C847B16E6B}"/>
          </ac:spMkLst>
        </pc:spChg>
        <pc:spChg chg="mod">
          <ac:chgData name="Chao, Wei-Lun" userId="d629317c-62de-44d6-9e2c-4d96c0d2596e" providerId="ADAL" clId="{E047DB95-266B-4A8F-9553-BDF1C75A45B8}" dt="2026-10-14T06:07:38.378" v="4599" actId="20577"/>
          <ac:spMkLst>
            <pc:docMk/>
            <pc:sldMk cId="258957094" sldId="6232"/>
            <ac:spMk id="3" creationId="{FC354D66-95E7-3F9C-6F66-5ADB789D9BD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E9EA88-CDB8-5740-9EFC-694193B327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3A175-5696-B54B-8914-C072FC0DB2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8AC04-A67D-B24C-8E12-8FB56FC0567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78DE9-D626-CD46-9744-6BF9484F60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2EA5D-6244-A840-989B-3FF66F3C2C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0F412-BB42-714A-9F06-5752E0C7A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00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3F71F-EE20-0840-B448-C2CC2398DE4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8E0E4-2FF9-D642-903E-D1AE3C9B5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0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5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30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18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41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FABB1-7009-D1F5-D1DF-A71186C0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D9ED3-CA9E-3E77-EE54-D29984AD0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D36F8-82F1-0962-D603-3208CFE9C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3A8E-D12A-D11F-D8F0-9D738AE35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8E0E4-2FF9-D642-903E-D1AE3C9B5C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3F7F-A249-F443-B60E-AC4643D570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122363"/>
            <a:ext cx="11350171" cy="1250723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&lt;Topic&gt;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3CFC8-047F-C941-8585-D09B9904EA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0172" y="5522231"/>
            <a:ext cx="3381828" cy="19022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D2412-531C-47CA-BAA6-B0177AE1C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9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A2A7-066E-9046-8121-95F264DC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1E8D3-1287-3744-8FAF-4A40CD8A8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45640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B578A5-C01B-5746-8F37-A8507C26D5D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FE24F2A-9AF9-4D2F-B130-85F6F5C0E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5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3303-7D4B-6B4F-B80C-1ED0C4CF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40" y="1681163"/>
            <a:ext cx="5702935" cy="456555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4AFBE-D4EB-0E40-8B47-1079AF3A6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40" y="2505075"/>
            <a:ext cx="5702935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0DBDC-D697-2741-A295-168C772A4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6400" y="1681163"/>
            <a:ext cx="5762879" cy="456544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E66BE-92C4-FC4C-AC21-FE8A32C96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6400" y="2505075"/>
            <a:ext cx="5762880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C15DA5-5933-2E4C-893D-A908BD3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F5A316-8BF4-6148-A76F-D966A9DBE32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0FDD41-D99A-A14A-836E-655A91E30D8C}"/>
              </a:ext>
            </a:extLst>
          </p:cNvPr>
          <p:cNvCxnSpPr>
            <a:cxnSpLocks/>
          </p:cNvCxnSpPr>
          <p:nvPr userDrawn="1"/>
        </p:nvCxnSpPr>
        <p:spPr>
          <a:xfrm>
            <a:off x="6145428" y="1681163"/>
            <a:ext cx="0" cy="450850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A03C1A-2431-1A4A-8332-630616C534BD}"/>
              </a:ext>
            </a:extLst>
          </p:cNvPr>
          <p:cNvCxnSpPr>
            <a:cxnSpLocks/>
          </p:cNvCxnSpPr>
          <p:nvPr userDrawn="1"/>
        </p:nvCxnSpPr>
        <p:spPr>
          <a:xfrm>
            <a:off x="234696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D423DE-EE3D-144E-8305-FAD82E00DC73}"/>
              </a:ext>
            </a:extLst>
          </p:cNvPr>
          <p:cNvCxnSpPr>
            <a:cxnSpLocks/>
          </p:cNvCxnSpPr>
          <p:nvPr userDrawn="1"/>
        </p:nvCxnSpPr>
        <p:spPr>
          <a:xfrm>
            <a:off x="6256401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BB81EB3-84B1-40B7-B5B3-C510BB122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7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84DFD9-2B07-AE4F-9A3C-2EEFC6FB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2471FE-D852-2441-85E8-46B1B30A4C7F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7F2685E-9D30-4DC1-B8A3-10EB2BA42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8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0DA5206-89D9-47A3-9F61-D86373E6C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F32A6-A96D-DA45-A47A-D02A0A9F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D3DD-323F-6F4A-9A75-123C3C9D6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3FDFF-5A01-4986-9381-278573393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43490-EAF7-49C2-8B66-E0B525095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1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ü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tutorials/beginner/basics/intro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csail.mit.edu/kaiming/cvpr16resnet/cvpr2016_deep_residual_learning_kaiminghe.pdf" TargetMode="External"/><Relationship Id="rId2" Type="http://schemas.openxmlformats.org/officeDocument/2006/relationships/hyperlink" Target="https://www.cv-foundation.org/openaccess/content_cvpr_2016/papers/He_Deep_Residual_Learning_CVPR_2016_paper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y9nqN8vqeNoNH44xJKXgRogqLhUPRqM?usp=shar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vision.caltech.edu/datasets/cub_200_2011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arxiv.org/pdf/1610.0239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1.1130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E112CCA-10BF-C9A9-8933-B6EC4CC7D20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328262"/>
            <a:ext cx="12192000" cy="110073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/>
              <a:t>HW3</a:t>
            </a:r>
          </a:p>
        </p:txBody>
      </p:sp>
    </p:spTree>
    <p:extLst>
      <p:ext uri="{BB962C8B-B14F-4D97-AF65-F5344CB8AC3E}">
        <p14:creationId xmlns:p14="http://schemas.microsoft.com/office/powerpoint/2010/main" val="197907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50D9-347D-5631-7C1E-25B9B091E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 &amp; AI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0C2C-AC48-CA29-88C8-2CE689AC1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Please do not import packages (like scikit-learn) that are not listed in the provided code.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this homework, you are welcome to use AI (e.g., ChatGPT) to </a:t>
            </a:r>
            <a:r>
              <a:rPr lang="en-US" dirty="0">
                <a:solidFill>
                  <a:srgbClr val="FF0000"/>
                </a:solidFill>
              </a:rPr>
              <a:t>understand</a:t>
            </a:r>
            <a:r>
              <a:rPr lang="en-US" dirty="0"/>
              <a:t> the models, algorithms, PyTorch, and the code.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However, you are not allowed to directly ask AI to implement the solutions and simply copy and paste them.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8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7229-F118-73B0-75CC-FA0CC511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6E11-FAB8-9015-415A-3C9DCD1AC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Please make sure you have gone through:</a:t>
            </a:r>
          </a:p>
          <a:p>
            <a:r>
              <a:rPr lang="en-US" dirty="0"/>
              <a:t>Week 2 materials </a:t>
            </a:r>
          </a:p>
          <a:p>
            <a:r>
              <a:rPr lang="en-US" dirty="0"/>
              <a:t>Slide decks of Lectures 8 – 11</a:t>
            </a:r>
          </a:p>
          <a:p>
            <a:r>
              <a:rPr lang="en-US" dirty="0"/>
              <a:t>Please read Textbook chapters 9 – 14, 24, and 26, at least the portions covered by the lectures.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 notation in this slide deck may differ slightly from the lecture slides! The goal is to make implementation easier.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788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018C-00F4-5D00-2C0F-DCDBB7569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6A3B7-A6D5-EDAB-73FA-73350B532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homework, you will need to use PyTorch. You may find tutorials here: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https://docs.pytorch.org/tutorials/beginner/basics/intro.html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8371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30506-91C6-EF56-954C-099A0E50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03-BA56-05CD-3799-C19E2BA2B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5245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homework, you are going to experience convolutional neural networks (CNNs) and vision transformers, in particular:</a:t>
            </a:r>
          </a:p>
          <a:p>
            <a:r>
              <a:rPr lang="en-US" dirty="0"/>
              <a:t>ResNet-50</a:t>
            </a:r>
          </a:p>
          <a:p>
            <a:r>
              <a:rPr lang="en-US" dirty="0"/>
              <a:t>DINO-v2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We demoed both models in Week 2 of this semester. You are also encouraged to check the corresponding papers and blog posts:</a:t>
            </a:r>
          </a:p>
          <a:p>
            <a:r>
              <a:rPr lang="en-US" dirty="0"/>
              <a:t>ResNet: </a:t>
            </a:r>
            <a:r>
              <a:rPr lang="en-US" dirty="0">
                <a:hlinkClick r:id="rId2"/>
              </a:rPr>
              <a:t>paper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slides</a:t>
            </a:r>
            <a:endParaRPr lang="en-US" dirty="0"/>
          </a:p>
          <a:p>
            <a:r>
              <a:rPr lang="en-US" dirty="0"/>
              <a:t>DINO-v2: https://dinov2.metademolab.com/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014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B6BA-E3A0-48D0-97B3-C8C847B1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54D66-95E7-3F9C-6F66-5ADB789D9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https://colab.research.google.com/drive/1Sy9nqN8vqeNoNH44xJKXgRogqLhUPRqM?usp=sharing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Please save your own copy and implement there</a:t>
            </a:r>
          </a:p>
        </p:txBody>
      </p:sp>
    </p:spTree>
    <p:extLst>
      <p:ext uri="{BB962C8B-B14F-4D97-AF65-F5344CB8AC3E}">
        <p14:creationId xmlns:p14="http://schemas.microsoft.com/office/powerpoint/2010/main" val="25895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714F-A57F-3ABB-E6A1-84BFE5B15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05125-3DD9-F191-4325-485AC2066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640" y="1559118"/>
                <a:ext cx="11724640" cy="529888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As mentioned in class, a neural network classifier can be represented by: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Specifically,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is the input image,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dirty="0"/>
                  <a:t> is the feature vector extracted by a neural network;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is the linear classifier (class profile) of class 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05125-3DD9-F191-4325-485AC2066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640" y="1559118"/>
                <a:ext cx="11724640" cy="5298882"/>
              </a:xfrm>
              <a:blipFill>
                <a:blip r:embed="rId3"/>
                <a:stretch>
                  <a:fillRect l="-1040" t="-1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0B7D3FA-FA91-389F-9E4C-949F546C81D9}"/>
                  </a:ext>
                </a:extLst>
              </p:cNvPr>
              <p:cNvSpPr txBox="1"/>
              <p:nvPr/>
            </p:nvSpPr>
            <p:spPr>
              <a:xfrm>
                <a:off x="3397319" y="2688156"/>
                <a:ext cx="5225269" cy="740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200" b="0" dirty="0"/>
                  <a:t>Prediction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argmax</m:t>
                            </m:r>
                          </m:e>
                          <m:li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en-US" sz="32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sz="32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0B7D3FA-FA91-389F-9E4C-949F546C8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319" y="2688156"/>
                <a:ext cx="5225269" cy="740844"/>
              </a:xfrm>
              <a:prstGeom prst="rect">
                <a:avLst/>
              </a:prstGeom>
              <a:blipFill>
                <a:blip r:embed="rId4"/>
                <a:stretch>
                  <a:fillRect l="-4667" t="-14754" b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434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7741-866E-7BA7-8383-A421B611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73079-E3B5-188D-373D-35EFD9AEA0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Part 1, we will load the feature extractor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lang="en-US" dirty="0"/>
                  <a:t> directly from pre-trained checkpoints, and we will freeze it without updating.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Your goal is to learn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for </a:t>
                </a:r>
                <a:r>
                  <a:rPr lang="en-US" i="1" dirty="0"/>
                  <a:t>K</a:t>
                </a:r>
                <a:r>
                  <a:rPr lang="en-US" dirty="0"/>
                  <a:t> categories, such that the classifier will classify test images well.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73079-E3B5-188D-373D-35EFD9AEA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085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516E-2F21-D34C-F1E3-3AC01C05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C6D5B-37C5-ED6B-4C9D-89AD9BBF0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Dataset: Caltech-UCSD Birds-200-2011 (CUB-200-2011) with </a:t>
            </a:r>
            <a:r>
              <a:rPr lang="en-US" b="1" dirty="0">
                <a:solidFill>
                  <a:srgbClr val="FF0000"/>
                </a:solidFill>
              </a:rPr>
              <a:t>200 bird species</a:t>
            </a:r>
            <a:r>
              <a:rPr lang="en-US" b="1" dirty="0"/>
              <a:t>. </a:t>
            </a:r>
            <a:r>
              <a:rPr lang="en-US" dirty="0">
                <a:hlinkClick r:id="rId2"/>
              </a:rPr>
              <a:t>https://www.vision.caltech.edu/datasets/cub_200_2011/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 descr="Caltech UCSD Birds 200 Classification">
            <a:extLst>
              <a:ext uri="{FF2B5EF4-FFF2-40B4-BE49-F238E27FC236}">
                <a16:creationId xmlns:a16="http://schemas.microsoft.com/office/drawing/2014/main" id="{98DF3376-F4B0-5038-2B66-6537038EB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534" y="3174279"/>
            <a:ext cx="9145921" cy="34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21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AC95-E7B8-BBDA-E4B7-665451703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270AE-7B72-3335-B9D4-5144DE245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</a:t>
            </a:r>
            <a:r>
              <a:rPr lang="en-US" b="1" dirty="0"/>
              <a:t>Jobs 1 to 4 </a:t>
            </a:r>
            <a:r>
              <a:rPr lang="en-US" dirty="0"/>
              <a:t>include:</a:t>
            </a:r>
          </a:p>
          <a:p>
            <a:r>
              <a:rPr lang="en-US" dirty="0"/>
              <a:t>Set up the loss function (criterion) and optimizer</a:t>
            </a:r>
          </a:p>
          <a:p>
            <a:r>
              <a:rPr lang="en-US" dirty="0"/>
              <a:t>Set up the evaluation loop</a:t>
            </a:r>
          </a:p>
          <a:p>
            <a:r>
              <a:rPr lang="en-US" dirty="0"/>
              <a:t>Set up gradient computation and model weight update</a:t>
            </a:r>
          </a:p>
          <a:p>
            <a:r>
              <a:rPr lang="en-US" dirty="0"/>
              <a:t>Plot the training loss and test accuracy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F994A-C90B-3FB2-6DC9-0362FD89A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4173786"/>
            <a:ext cx="11663585" cy="28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85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A7965-D676-2B93-238D-9885B77FE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8F59-9D26-77BD-EA90-1ADD13ECE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 results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EEA80-E52E-9263-75AD-2B40290FB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513" y="2876556"/>
            <a:ext cx="4448175" cy="3743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F644F6-5126-A426-07DE-661864981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14" y="2876556"/>
            <a:ext cx="43624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606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30A1-5C7E-31C5-33C6-CC66755A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6D87F7-016D-0E11-DCB4-389FFFC6B8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Your </a:t>
                </a:r>
                <a:r>
                  <a:rPr lang="en-US" b="1" dirty="0"/>
                  <a:t>Job 5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Based on the learned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</m:oMath>
                </a14:m>
                <a:r>
                  <a:rPr lang="en-US" dirty="0"/>
                  <a:t>, you are to compute a </a:t>
                </a:r>
                <a:r>
                  <a:rPr lang="en-US" i="1" dirty="0"/>
                  <a:t>K</a:t>
                </a:r>
                <a:r>
                  <a:rPr lang="en-US" dirty="0"/>
                  <a:t>-by-</a:t>
                </a:r>
                <a:r>
                  <a:rPr lang="en-US" i="1" dirty="0"/>
                  <a:t>K</a:t>
                </a:r>
                <a:r>
                  <a:rPr lang="en-US" dirty="0"/>
                  <a:t> cosine similarity matrix recording the cosine similarity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sSup>
                          <m:sSup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Visualize the matrix</a:t>
                </a:r>
              </a:p>
              <a:p>
                <a:endParaRPr lang="en-US" dirty="0"/>
              </a:p>
              <a:p>
                <a:r>
                  <a:rPr lang="en-US" dirty="0"/>
                  <a:t>Do you see some block structures? Can you explain why? Can you check the species names falling into some of the blocks?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6D87F7-016D-0E11-DCB4-389FFFC6B8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20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1390-C311-33C5-D8F4-DE69695A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linear probing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79B79E-89EA-E468-CFF4-3B545AA0B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052" y="2336800"/>
            <a:ext cx="5029200" cy="42672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5C18EC-A84E-829A-3434-7736FAECA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45640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results </a:t>
            </a:r>
          </a:p>
        </p:txBody>
      </p:sp>
    </p:spTree>
    <p:extLst>
      <p:ext uri="{BB962C8B-B14F-4D97-AF65-F5344CB8AC3E}">
        <p14:creationId xmlns:p14="http://schemas.microsoft.com/office/powerpoint/2010/main" val="249985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0B7E-81FC-EB24-8525-0C604B60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linear probing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E7609-3C5C-0D27-490B-8A25AB74A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</a:t>
            </a:r>
            <a:r>
              <a:rPr lang="en-US" b="1" dirty="0"/>
              <a:t>Job 6</a:t>
            </a:r>
            <a:r>
              <a:rPr lang="en-US" dirty="0"/>
              <a:t>: repeat all steps, but switch from ResNet-50 to DINO-v2!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62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9FC8B-AA91-0578-493E-0F6B6E91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Explainable AI (ResNet-50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FC286-250C-B4B0-12F7-ED48D8783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Implement Grad-CAM for visualization: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https://arxiv.org/pdf/1610.02391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D308C-D1CC-683A-F60D-C784B7FE8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914" y="1543711"/>
            <a:ext cx="2240656" cy="497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20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70B2A-1B7A-DF12-DABB-162524BD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Explainable AI (ResNet-50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89D36-83B1-69E6-897A-D41773AE2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Implement Finer-CAM for visualization: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https://arxiv.org/pdf/2501.11309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6BE89-7A4D-19FC-0D38-BED9E4341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877" y="2902410"/>
            <a:ext cx="8607021" cy="395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55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6B5CA-6686-A77B-45FF-296F4875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90B5-A217-5EF5-3B79-B44B21BC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Explainable AI (ResNet-50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7D81F-D52E-77D7-33B3-A79341105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8DC47-0EFB-EB99-91E5-5C4AAEC95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9004"/>
            <a:ext cx="6086475" cy="3086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04507D-ABD2-641A-B483-4DEFEDDE9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720" y="2979004"/>
            <a:ext cx="608647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48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9ACE-2497-81D6-FA42-050335A5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2430E-D37F-5BF5-5C11-567CC8819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5245094"/>
          </a:xfrm>
        </p:spPr>
        <p:txBody>
          <a:bodyPr>
            <a:normAutofit/>
          </a:bodyPr>
          <a:lstStyle/>
          <a:p>
            <a:r>
              <a:rPr lang="en-US" dirty="0"/>
              <a:t>Your completed Google Colab </a:t>
            </a:r>
            <a:r>
              <a:rPr lang="en-US" dirty="0" err="1"/>
              <a:t>ipynb</a:t>
            </a:r>
            <a:r>
              <a:rPr lang="en-US" dirty="0"/>
              <a:t> file named </a:t>
            </a:r>
            <a:r>
              <a:rPr lang="en-US" dirty="0" err="1">
                <a:solidFill>
                  <a:srgbClr val="FF0000"/>
                </a:solidFill>
              </a:rPr>
              <a:t>BUusername.ipynb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(70%)</a:t>
            </a:r>
          </a:p>
          <a:p>
            <a:endParaRPr lang="en-US" dirty="0"/>
          </a:p>
          <a:p>
            <a:r>
              <a:rPr lang="en-US" dirty="0"/>
              <a:t>A report (PDF) named </a:t>
            </a:r>
            <a:r>
              <a:rPr lang="en-US" dirty="0">
                <a:solidFill>
                  <a:srgbClr val="FF0000"/>
                </a:solidFill>
              </a:rPr>
              <a:t>BUusername.pdf</a:t>
            </a:r>
            <a:r>
              <a:rPr lang="en-US" dirty="0"/>
              <a:t>: </a:t>
            </a:r>
            <a:r>
              <a:rPr lang="en-US" b="1" dirty="0">
                <a:solidFill>
                  <a:srgbClr val="0070C0"/>
                </a:solidFill>
              </a:rPr>
              <a:t>(30%)</a:t>
            </a:r>
          </a:p>
          <a:p>
            <a:pPr lvl="1"/>
            <a:r>
              <a:rPr lang="en-US" dirty="0"/>
              <a:t>Part 1, job 4 – plots + description of observations (max 150 words)</a:t>
            </a:r>
          </a:p>
          <a:p>
            <a:pPr lvl="1"/>
            <a:r>
              <a:rPr lang="en-US" dirty="0"/>
              <a:t>Part 1, job 5 – plots + description of observations (max 150 words)</a:t>
            </a:r>
          </a:p>
          <a:p>
            <a:pPr lvl="1"/>
            <a:r>
              <a:rPr lang="en-US" dirty="0"/>
              <a:t>Part 1, job 6 – report the corresponding results of jobs 4 &amp; 5 (max 150 words each)</a:t>
            </a:r>
          </a:p>
          <a:p>
            <a:pPr lvl="1"/>
            <a:r>
              <a:rPr lang="en-US" dirty="0"/>
              <a:t>Part 2, job 7 – some plots + description of observations (max 250 words)</a:t>
            </a:r>
          </a:p>
          <a:p>
            <a:pPr lvl="1"/>
            <a:r>
              <a:rPr lang="en-US" dirty="0"/>
              <a:t>Part 2, job 8 – some plots + description of observations (max 250 words)</a:t>
            </a:r>
          </a:p>
          <a:p>
            <a:pPr lvl="1"/>
            <a:r>
              <a:rPr lang="en-US" dirty="0"/>
              <a:t>Your AI usage disclosure: what did you use and how did you use it (max 150 words)</a:t>
            </a:r>
          </a:p>
          <a:p>
            <a:pPr lvl="1"/>
            <a:r>
              <a:rPr lang="en-US" dirty="0"/>
              <a:t>With whom did you discuss your homework? </a:t>
            </a:r>
          </a:p>
          <a:p>
            <a:pPr lvl="1"/>
            <a:endParaRPr lang="en-US" dirty="0"/>
          </a:p>
          <a:p>
            <a:r>
              <a:rPr lang="en-US" dirty="0"/>
              <a:t>Each description longer than the cap will get a 30% grade reduction.</a:t>
            </a:r>
          </a:p>
        </p:txBody>
      </p:sp>
    </p:spTree>
    <p:extLst>
      <p:ext uri="{BB962C8B-B14F-4D97-AF65-F5344CB8AC3E}">
        <p14:creationId xmlns:p14="http://schemas.microsoft.com/office/powerpoint/2010/main" val="3711658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3757</TotalTime>
  <Words>754</Words>
  <Application>Microsoft Office PowerPoint</Application>
  <PresentationFormat>Widescreen</PresentationFormat>
  <Paragraphs>94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PowerPoint Presentation</vt:lpstr>
      <vt:lpstr>Caution &amp; AI Usage</vt:lpstr>
      <vt:lpstr>Preparation</vt:lpstr>
      <vt:lpstr>Preparation</vt:lpstr>
      <vt:lpstr>Topic</vt:lpstr>
      <vt:lpstr>Google Colab</vt:lpstr>
      <vt:lpstr>Part 1: linear probing</vt:lpstr>
      <vt:lpstr>Part 1: linear probing</vt:lpstr>
      <vt:lpstr>Part 1: linear probing</vt:lpstr>
      <vt:lpstr>Part 1: linear probing</vt:lpstr>
      <vt:lpstr>Part 1: linear probing</vt:lpstr>
      <vt:lpstr>Part 1: linear probing</vt:lpstr>
      <vt:lpstr>Part 1: linear probing</vt:lpstr>
      <vt:lpstr>Part 1: linear probing </vt:lpstr>
      <vt:lpstr>Part 2: Explainable AI (ResNet-50 only)</vt:lpstr>
      <vt:lpstr>Part 2: Explainable AI (ResNet-50 only)</vt:lpstr>
      <vt:lpstr>Part 2: Explainable AI (ResNet-50 only)</vt:lpstr>
      <vt:lpstr>Submission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Chao, Wei-Lun</cp:lastModifiedBy>
  <cp:revision>289</cp:revision>
  <dcterms:created xsi:type="dcterms:W3CDTF">2020-06-25T19:45:53Z</dcterms:created>
  <dcterms:modified xsi:type="dcterms:W3CDTF">2026-10-14T06:08:21Z</dcterms:modified>
</cp:coreProperties>
</file>