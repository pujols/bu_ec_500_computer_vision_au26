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6216" r:id="rId2"/>
    <p:sldId id="6111" r:id="rId3"/>
    <p:sldId id="6217" r:id="rId4"/>
    <p:sldId id="6214" r:id="rId5"/>
    <p:sldId id="6218" r:id="rId6"/>
    <p:sldId id="6219" r:id="rId7"/>
    <p:sldId id="6220" r:id="rId8"/>
    <p:sldId id="6221" r:id="rId9"/>
    <p:sldId id="6222" r:id="rId10"/>
    <p:sldId id="622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ao, Wei-Lun" initials="CW" lastIdx="4" clrIdx="0">
    <p:extLst>
      <p:ext uri="{19B8F6BF-5375-455C-9EA6-DF929625EA0E}">
        <p15:presenceInfo xmlns:p15="http://schemas.microsoft.com/office/powerpoint/2012/main" userId="S-1-5-21-2978849671-3447107804-1146194034-25559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43A58E-EF31-4845-A0C4-F5AC213D5A4A}" v="309" dt="2026-09-29T03:24:48.5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3" autoAdjust="0"/>
    <p:restoredTop sz="79184"/>
  </p:normalViewPr>
  <p:slideViewPr>
    <p:cSldViewPr snapToGrid="0" snapToObjects="1">
      <p:cViewPr varScale="1">
        <p:scale>
          <a:sx n="77" d="100"/>
          <a:sy n="77" d="100"/>
        </p:scale>
        <p:origin x="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o, Wei-Lun" userId="d629317c-62de-44d6-9e2c-4d96c0d2596e" providerId="ADAL" clId="{E047DB95-266B-4A8F-9553-BDF1C75A45B8}"/>
    <pc:docChg chg="undo custSel addSld delSld modSld">
      <pc:chgData name="Chao, Wei-Lun" userId="d629317c-62de-44d6-9e2c-4d96c0d2596e" providerId="ADAL" clId="{E047DB95-266B-4A8F-9553-BDF1C75A45B8}" dt="2026-09-29T03:24:48.514" v="899" actId="20577"/>
      <pc:docMkLst>
        <pc:docMk/>
      </pc:docMkLst>
      <pc:sldChg chg="del">
        <pc:chgData name="Chao, Wei-Lun" userId="d629317c-62de-44d6-9e2c-4d96c0d2596e" providerId="ADAL" clId="{E047DB95-266B-4A8F-9553-BDF1C75A45B8}" dt="2026-09-29T02:50:38.259" v="1" actId="47"/>
        <pc:sldMkLst>
          <pc:docMk/>
          <pc:sldMk cId="4167320421" sldId="261"/>
        </pc:sldMkLst>
      </pc:sldChg>
      <pc:sldChg chg="modSp mod">
        <pc:chgData name="Chao, Wei-Lun" userId="d629317c-62de-44d6-9e2c-4d96c0d2596e" providerId="ADAL" clId="{E047DB95-266B-4A8F-9553-BDF1C75A45B8}" dt="2026-09-29T02:51:18.750" v="39" actId="20577"/>
        <pc:sldMkLst>
          <pc:docMk/>
          <pc:sldMk cId="3024788253" sldId="6111"/>
        </pc:sldMkLst>
        <pc:spChg chg="mod">
          <ac:chgData name="Chao, Wei-Lun" userId="d629317c-62de-44d6-9e2c-4d96c0d2596e" providerId="ADAL" clId="{E047DB95-266B-4A8F-9553-BDF1C75A45B8}" dt="2026-09-29T02:51:18.750" v="39" actId="20577"/>
          <ac:spMkLst>
            <pc:docMk/>
            <pc:sldMk cId="3024788253" sldId="6111"/>
            <ac:spMk id="3" creationId="{85806E11-FAB8-9015-415A-3C9DCD1AC8B4}"/>
          </ac:spMkLst>
        </pc:spChg>
      </pc:sldChg>
      <pc:sldChg chg="del">
        <pc:chgData name="Chao, Wei-Lun" userId="d629317c-62de-44d6-9e2c-4d96c0d2596e" providerId="ADAL" clId="{E047DB95-266B-4A8F-9553-BDF1C75A45B8}" dt="2026-09-29T02:51:40.219" v="45" actId="47"/>
        <pc:sldMkLst>
          <pc:docMk/>
          <pc:sldMk cId="1602765087" sldId="6207"/>
        </pc:sldMkLst>
      </pc:sldChg>
      <pc:sldChg chg="del">
        <pc:chgData name="Chao, Wei-Lun" userId="d629317c-62de-44d6-9e2c-4d96c0d2596e" providerId="ADAL" clId="{E047DB95-266B-4A8F-9553-BDF1C75A45B8}" dt="2026-09-29T02:51:40.490" v="46" actId="47"/>
        <pc:sldMkLst>
          <pc:docMk/>
          <pc:sldMk cId="4151859658" sldId="6210"/>
        </pc:sldMkLst>
      </pc:sldChg>
      <pc:sldChg chg="del">
        <pc:chgData name="Chao, Wei-Lun" userId="d629317c-62de-44d6-9e2c-4d96c0d2596e" providerId="ADAL" clId="{E047DB95-266B-4A8F-9553-BDF1C75A45B8}" dt="2026-09-29T02:51:40.789" v="47" actId="47"/>
        <pc:sldMkLst>
          <pc:docMk/>
          <pc:sldMk cId="2624187211" sldId="6211"/>
        </pc:sldMkLst>
      </pc:sldChg>
      <pc:sldChg chg="del">
        <pc:chgData name="Chao, Wei-Lun" userId="d629317c-62de-44d6-9e2c-4d96c0d2596e" providerId="ADAL" clId="{E047DB95-266B-4A8F-9553-BDF1C75A45B8}" dt="2026-09-29T02:51:41.042" v="48" actId="47"/>
        <pc:sldMkLst>
          <pc:docMk/>
          <pc:sldMk cId="360351487" sldId="6212"/>
        </pc:sldMkLst>
      </pc:sldChg>
      <pc:sldChg chg="del">
        <pc:chgData name="Chao, Wei-Lun" userId="d629317c-62de-44d6-9e2c-4d96c0d2596e" providerId="ADAL" clId="{E047DB95-266B-4A8F-9553-BDF1C75A45B8}" dt="2026-09-29T02:51:42.108" v="49" actId="47"/>
        <pc:sldMkLst>
          <pc:docMk/>
          <pc:sldMk cId="1560907262" sldId="6213"/>
        </pc:sldMkLst>
      </pc:sldChg>
      <pc:sldChg chg="addSp modSp add del mod modAnim">
        <pc:chgData name="Chao, Wei-Lun" userId="d629317c-62de-44d6-9e2c-4d96c0d2596e" providerId="ADAL" clId="{E047DB95-266B-4A8F-9553-BDF1C75A45B8}" dt="2026-09-29T03:00:52.747" v="217"/>
        <pc:sldMkLst>
          <pc:docMk/>
          <pc:sldMk cId="2671121785" sldId="6214"/>
        </pc:sldMkLst>
        <pc:spChg chg="mod">
          <ac:chgData name="Chao, Wei-Lun" userId="d629317c-62de-44d6-9e2c-4d96c0d2596e" providerId="ADAL" clId="{E047DB95-266B-4A8F-9553-BDF1C75A45B8}" dt="2026-09-29T02:51:53.788" v="69" actId="20577"/>
          <ac:spMkLst>
            <pc:docMk/>
            <pc:sldMk cId="2671121785" sldId="6214"/>
            <ac:spMk id="2" creationId="{36C27D14-64B7-FFCF-5DEF-9A26F56CCC09}"/>
          </ac:spMkLst>
        </pc:spChg>
        <pc:spChg chg="mod">
          <ac:chgData name="Chao, Wei-Lun" userId="d629317c-62de-44d6-9e2c-4d96c0d2596e" providerId="ADAL" clId="{E047DB95-266B-4A8F-9553-BDF1C75A45B8}" dt="2026-09-29T03:00:52.747" v="217"/>
          <ac:spMkLst>
            <pc:docMk/>
            <pc:sldMk cId="2671121785" sldId="6214"/>
            <ac:spMk id="3" creationId="{D7C05648-C00A-8F9D-56A3-CF92BC710917}"/>
          </ac:spMkLst>
        </pc:spChg>
        <pc:picChg chg="add mod">
          <ac:chgData name="Chao, Wei-Lun" userId="d629317c-62de-44d6-9e2c-4d96c0d2596e" providerId="ADAL" clId="{E047DB95-266B-4A8F-9553-BDF1C75A45B8}" dt="2026-09-29T02:53:01.254" v="71"/>
          <ac:picMkLst>
            <pc:docMk/>
            <pc:sldMk cId="2671121785" sldId="6214"/>
            <ac:picMk id="4" creationId="{6BC18531-769D-AA4F-C2CD-5BFD9998FA09}"/>
          </ac:picMkLst>
        </pc:picChg>
        <pc:picChg chg="add mod">
          <ac:chgData name="Chao, Wei-Lun" userId="d629317c-62de-44d6-9e2c-4d96c0d2596e" providerId="ADAL" clId="{E047DB95-266B-4A8F-9553-BDF1C75A45B8}" dt="2026-09-29T02:53:01.254" v="71"/>
          <ac:picMkLst>
            <pc:docMk/>
            <pc:sldMk cId="2671121785" sldId="6214"/>
            <ac:picMk id="5" creationId="{C757CF9F-3AF2-A125-8276-04DA36927EDF}"/>
          </ac:picMkLst>
        </pc:picChg>
        <pc:picChg chg="add mod">
          <ac:chgData name="Chao, Wei-Lun" userId="d629317c-62de-44d6-9e2c-4d96c0d2596e" providerId="ADAL" clId="{E047DB95-266B-4A8F-9553-BDF1C75A45B8}" dt="2026-09-29T02:53:01.254" v="71"/>
          <ac:picMkLst>
            <pc:docMk/>
            <pc:sldMk cId="2671121785" sldId="6214"/>
            <ac:picMk id="6" creationId="{A76DAB1D-C8EC-9DA2-F43B-BBBBD2C4BC03}"/>
          </ac:picMkLst>
        </pc:picChg>
        <pc:picChg chg="add mod">
          <ac:chgData name="Chao, Wei-Lun" userId="d629317c-62de-44d6-9e2c-4d96c0d2596e" providerId="ADAL" clId="{E047DB95-266B-4A8F-9553-BDF1C75A45B8}" dt="2026-09-29T02:53:01.254" v="71"/>
          <ac:picMkLst>
            <pc:docMk/>
            <pc:sldMk cId="2671121785" sldId="6214"/>
            <ac:picMk id="7" creationId="{143ACFD4-303F-4E64-E267-E5C236BFF3DB}"/>
          </ac:picMkLst>
        </pc:picChg>
      </pc:sldChg>
      <pc:sldChg chg="modSp add mod">
        <pc:chgData name="Chao, Wei-Lun" userId="d629317c-62de-44d6-9e2c-4d96c0d2596e" providerId="ADAL" clId="{E047DB95-266B-4A8F-9553-BDF1C75A45B8}" dt="2026-09-29T02:50:40.177" v="2" actId="20577"/>
        <pc:sldMkLst>
          <pc:docMk/>
          <pc:sldMk cId="1979075895" sldId="6216"/>
        </pc:sldMkLst>
        <pc:spChg chg="mod">
          <ac:chgData name="Chao, Wei-Lun" userId="d629317c-62de-44d6-9e2c-4d96c0d2596e" providerId="ADAL" clId="{E047DB95-266B-4A8F-9553-BDF1C75A45B8}" dt="2026-09-29T02:50:40.177" v="2" actId="20577"/>
          <ac:spMkLst>
            <pc:docMk/>
            <pc:sldMk cId="1979075895" sldId="6216"/>
            <ac:spMk id="4" creationId="{EE112CCA-10BF-C9A9-8933-B6EC4CC7D209}"/>
          </ac:spMkLst>
        </pc:spChg>
      </pc:sldChg>
      <pc:sldChg chg="modSp new mod">
        <pc:chgData name="Chao, Wei-Lun" userId="d629317c-62de-44d6-9e2c-4d96c0d2596e" providerId="ADAL" clId="{E047DB95-266B-4A8F-9553-BDF1C75A45B8}" dt="2026-09-29T03:05:49.426" v="347" actId="20577"/>
        <pc:sldMkLst>
          <pc:docMk/>
          <pc:sldMk cId="3455532746" sldId="6218"/>
        </pc:sldMkLst>
        <pc:spChg chg="mod">
          <ac:chgData name="Chao, Wei-Lun" userId="d629317c-62de-44d6-9e2c-4d96c0d2596e" providerId="ADAL" clId="{E047DB95-266B-4A8F-9553-BDF1C75A45B8}" dt="2026-09-29T03:01:06.618" v="219"/>
          <ac:spMkLst>
            <pc:docMk/>
            <pc:sldMk cId="3455532746" sldId="6218"/>
            <ac:spMk id="2" creationId="{5A77F7B2-407D-44B3-0940-FC48924E59B4}"/>
          </ac:spMkLst>
        </pc:spChg>
        <pc:spChg chg="mod">
          <ac:chgData name="Chao, Wei-Lun" userId="d629317c-62de-44d6-9e2c-4d96c0d2596e" providerId="ADAL" clId="{E047DB95-266B-4A8F-9553-BDF1C75A45B8}" dt="2026-09-29T03:05:49.426" v="347" actId="20577"/>
          <ac:spMkLst>
            <pc:docMk/>
            <pc:sldMk cId="3455532746" sldId="6218"/>
            <ac:spMk id="3" creationId="{06FFFA77-563E-9640-6E5E-9CEDFB2A09AC}"/>
          </ac:spMkLst>
        </pc:spChg>
      </pc:sldChg>
      <pc:sldChg chg="del">
        <pc:chgData name="Chao, Wei-Lun" userId="d629317c-62de-44d6-9e2c-4d96c0d2596e" providerId="ADAL" clId="{E047DB95-266B-4A8F-9553-BDF1C75A45B8}" dt="2026-09-29T02:51:35.735" v="40" actId="47"/>
        <pc:sldMkLst>
          <pc:docMk/>
          <pc:sldMk cId="3906920324" sldId="6218"/>
        </pc:sldMkLst>
      </pc:sldChg>
      <pc:sldChg chg="del">
        <pc:chgData name="Chao, Wei-Lun" userId="d629317c-62de-44d6-9e2c-4d96c0d2596e" providerId="ADAL" clId="{E047DB95-266B-4A8F-9553-BDF1C75A45B8}" dt="2026-09-29T02:51:37.552" v="41" actId="47"/>
        <pc:sldMkLst>
          <pc:docMk/>
          <pc:sldMk cId="1993032305" sldId="6219"/>
        </pc:sldMkLst>
      </pc:sldChg>
      <pc:sldChg chg="addSp modSp new mod">
        <pc:chgData name="Chao, Wei-Lun" userId="d629317c-62de-44d6-9e2c-4d96c0d2596e" providerId="ADAL" clId="{E047DB95-266B-4A8F-9553-BDF1C75A45B8}" dt="2026-09-29T03:16:43.482" v="685" actId="1076"/>
        <pc:sldMkLst>
          <pc:docMk/>
          <pc:sldMk cId="2717802192" sldId="6219"/>
        </pc:sldMkLst>
        <pc:spChg chg="mod">
          <ac:chgData name="Chao, Wei-Lun" userId="d629317c-62de-44d6-9e2c-4d96c0d2596e" providerId="ADAL" clId="{E047DB95-266B-4A8F-9553-BDF1C75A45B8}" dt="2026-09-29T03:05:33.065" v="341"/>
          <ac:spMkLst>
            <pc:docMk/>
            <pc:sldMk cId="2717802192" sldId="6219"/>
            <ac:spMk id="2" creationId="{51C748DB-22AD-E006-F299-D5A25D5389B4}"/>
          </ac:spMkLst>
        </pc:spChg>
        <pc:spChg chg="mod">
          <ac:chgData name="Chao, Wei-Lun" userId="d629317c-62de-44d6-9e2c-4d96c0d2596e" providerId="ADAL" clId="{E047DB95-266B-4A8F-9553-BDF1C75A45B8}" dt="2026-09-29T03:12:46.523" v="591" actId="20577"/>
          <ac:spMkLst>
            <pc:docMk/>
            <pc:sldMk cId="2717802192" sldId="6219"/>
            <ac:spMk id="3" creationId="{D4F4AD73-2245-CEA0-065A-11276B1362A3}"/>
          </ac:spMkLst>
        </pc:spChg>
        <pc:spChg chg="add mod">
          <ac:chgData name="Chao, Wei-Lun" userId="d629317c-62de-44d6-9e2c-4d96c0d2596e" providerId="ADAL" clId="{E047DB95-266B-4A8F-9553-BDF1C75A45B8}" dt="2026-09-29T03:16:43.482" v="685" actId="1076"/>
          <ac:spMkLst>
            <pc:docMk/>
            <pc:sldMk cId="2717802192" sldId="6219"/>
            <ac:spMk id="7" creationId="{7E3D7A2D-D672-F7D0-4575-C4557BDB1A4E}"/>
          </ac:spMkLst>
        </pc:spChg>
        <pc:spChg chg="add mod">
          <ac:chgData name="Chao, Wei-Lun" userId="d629317c-62de-44d6-9e2c-4d96c0d2596e" providerId="ADAL" clId="{E047DB95-266B-4A8F-9553-BDF1C75A45B8}" dt="2026-09-29T03:16:43.482" v="685" actId="1076"/>
          <ac:spMkLst>
            <pc:docMk/>
            <pc:sldMk cId="2717802192" sldId="6219"/>
            <ac:spMk id="9" creationId="{7AD03E25-5D3D-C135-0617-E025DEFA1CF4}"/>
          </ac:spMkLst>
        </pc:spChg>
        <pc:picChg chg="add mod">
          <ac:chgData name="Chao, Wei-Lun" userId="d629317c-62de-44d6-9e2c-4d96c0d2596e" providerId="ADAL" clId="{E047DB95-266B-4A8F-9553-BDF1C75A45B8}" dt="2026-09-29T03:07:54.831" v="435" actId="1076"/>
          <ac:picMkLst>
            <pc:docMk/>
            <pc:sldMk cId="2717802192" sldId="6219"/>
            <ac:picMk id="5" creationId="{4686A6C1-F954-8542-A60B-C102346BDA5B}"/>
          </ac:picMkLst>
        </pc:picChg>
        <pc:cxnChg chg="add mod">
          <ac:chgData name="Chao, Wei-Lun" userId="d629317c-62de-44d6-9e2c-4d96c0d2596e" providerId="ADAL" clId="{E047DB95-266B-4A8F-9553-BDF1C75A45B8}" dt="2026-09-29T03:16:43.482" v="685" actId="1076"/>
          <ac:cxnSpMkLst>
            <pc:docMk/>
            <pc:sldMk cId="2717802192" sldId="6219"/>
            <ac:cxnSpMk id="6" creationId="{3FAED825-085A-734C-2CC6-DAD5094883A0}"/>
          </ac:cxnSpMkLst>
        </pc:cxnChg>
        <pc:cxnChg chg="add mod">
          <ac:chgData name="Chao, Wei-Lun" userId="d629317c-62de-44d6-9e2c-4d96c0d2596e" providerId="ADAL" clId="{E047DB95-266B-4A8F-9553-BDF1C75A45B8}" dt="2026-09-29T03:16:43.482" v="685" actId="1076"/>
          <ac:cxnSpMkLst>
            <pc:docMk/>
            <pc:sldMk cId="2717802192" sldId="6219"/>
            <ac:cxnSpMk id="8" creationId="{F511EFFB-70AC-C52C-21B2-171DAAFCFADD}"/>
          </ac:cxnSpMkLst>
        </pc:cxnChg>
      </pc:sldChg>
      <pc:sldChg chg="del">
        <pc:chgData name="Chao, Wei-Lun" userId="d629317c-62de-44d6-9e2c-4d96c0d2596e" providerId="ADAL" clId="{E047DB95-266B-4A8F-9553-BDF1C75A45B8}" dt="2026-09-29T02:51:38.435" v="42" actId="47"/>
        <pc:sldMkLst>
          <pc:docMk/>
          <pc:sldMk cId="1228724915" sldId="6220"/>
        </pc:sldMkLst>
      </pc:sldChg>
      <pc:sldChg chg="addSp modSp new mod">
        <pc:chgData name="Chao, Wei-Lun" userId="d629317c-62de-44d6-9e2c-4d96c0d2596e" providerId="ADAL" clId="{E047DB95-266B-4A8F-9553-BDF1C75A45B8}" dt="2026-09-29T03:14:41.164" v="617" actId="5793"/>
        <pc:sldMkLst>
          <pc:docMk/>
          <pc:sldMk cId="3924265090" sldId="6220"/>
        </pc:sldMkLst>
        <pc:spChg chg="mod">
          <ac:chgData name="Chao, Wei-Lun" userId="d629317c-62de-44d6-9e2c-4d96c0d2596e" providerId="ADAL" clId="{E047DB95-266B-4A8F-9553-BDF1C75A45B8}" dt="2026-09-29T03:08:28.970" v="453" actId="20577"/>
          <ac:spMkLst>
            <pc:docMk/>
            <pc:sldMk cId="3924265090" sldId="6220"/>
            <ac:spMk id="2" creationId="{684000FD-D18B-8149-A607-DF5A282E9F3C}"/>
          </ac:spMkLst>
        </pc:spChg>
        <pc:spChg chg="mod">
          <ac:chgData name="Chao, Wei-Lun" userId="d629317c-62de-44d6-9e2c-4d96c0d2596e" providerId="ADAL" clId="{E047DB95-266B-4A8F-9553-BDF1C75A45B8}" dt="2026-09-29T03:14:41.164" v="617" actId="5793"/>
          <ac:spMkLst>
            <pc:docMk/>
            <pc:sldMk cId="3924265090" sldId="6220"/>
            <ac:spMk id="3" creationId="{ACC10C2E-F635-6198-7542-A612077627DA}"/>
          </ac:spMkLst>
        </pc:spChg>
        <pc:picChg chg="add mod">
          <ac:chgData name="Chao, Wei-Lun" userId="d629317c-62de-44d6-9e2c-4d96c0d2596e" providerId="ADAL" clId="{E047DB95-266B-4A8F-9553-BDF1C75A45B8}" dt="2026-09-29T03:10:26.037" v="542" actId="1076"/>
          <ac:picMkLst>
            <pc:docMk/>
            <pc:sldMk cId="3924265090" sldId="6220"/>
            <ac:picMk id="5" creationId="{A82884D5-B86F-C926-B148-9E3C49D35F2D}"/>
          </ac:picMkLst>
        </pc:picChg>
        <pc:cxnChg chg="add mod">
          <ac:chgData name="Chao, Wei-Lun" userId="d629317c-62de-44d6-9e2c-4d96c0d2596e" providerId="ADAL" clId="{E047DB95-266B-4A8F-9553-BDF1C75A45B8}" dt="2026-09-29T03:13:42.167" v="604" actId="692"/>
          <ac:cxnSpMkLst>
            <pc:docMk/>
            <pc:sldMk cId="3924265090" sldId="6220"/>
            <ac:cxnSpMk id="7" creationId="{A5491170-2A8B-9FC7-189D-5EDBE563C6DD}"/>
          </ac:cxnSpMkLst>
        </pc:cxnChg>
        <pc:cxnChg chg="add mod">
          <ac:chgData name="Chao, Wei-Lun" userId="d629317c-62de-44d6-9e2c-4d96c0d2596e" providerId="ADAL" clId="{E047DB95-266B-4A8F-9553-BDF1C75A45B8}" dt="2026-09-29T03:13:44.400" v="605" actId="692"/>
          <ac:cxnSpMkLst>
            <pc:docMk/>
            <pc:sldMk cId="3924265090" sldId="6220"/>
            <ac:cxnSpMk id="8" creationId="{87FB47AC-FCA9-3AC2-7424-A414A5D2BCFA}"/>
          </ac:cxnSpMkLst>
        </pc:cxnChg>
      </pc:sldChg>
      <pc:sldChg chg="del">
        <pc:chgData name="Chao, Wei-Lun" userId="d629317c-62de-44d6-9e2c-4d96c0d2596e" providerId="ADAL" clId="{E047DB95-266B-4A8F-9553-BDF1C75A45B8}" dt="2026-09-29T02:51:39.208" v="43" actId="47"/>
        <pc:sldMkLst>
          <pc:docMk/>
          <pc:sldMk cId="974762731" sldId="6221"/>
        </pc:sldMkLst>
      </pc:sldChg>
      <pc:sldChg chg="addSp delSp modSp add mod">
        <pc:chgData name="Chao, Wei-Lun" userId="d629317c-62de-44d6-9e2c-4d96c0d2596e" providerId="ADAL" clId="{E047DB95-266B-4A8F-9553-BDF1C75A45B8}" dt="2026-09-29T03:22:22.576" v="788" actId="1076"/>
        <pc:sldMkLst>
          <pc:docMk/>
          <pc:sldMk cId="2203725925" sldId="6221"/>
        </pc:sldMkLst>
        <pc:spChg chg="mod">
          <ac:chgData name="Chao, Wei-Lun" userId="d629317c-62de-44d6-9e2c-4d96c0d2596e" providerId="ADAL" clId="{E047DB95-266B-4A8F-9553-BDF1C75A45B8}" dt="2026-09-29T03:19:43.277" v="714" actId="207"/>
          <ac:spMkLst>
            <pc:docMk/>
            <pc:sldMk cId="2203725925" sldId="6221"/>
            <ac:spMk id="3" creationId="{7CFB9DA8-7990-8AF9-0382-4C7BEB3FB46F}"/>
          </ac:spMkLst>
        </pc:spChg>
        <pc:spChg chg="add mod">
          <ac:chgData name="Chao, Wei-Lun" userId="d629317c-62de-44d6-9e2c-4d96c0d2596e" providerId="ADAL" clId="{E047DB95-266B-4A8F-9553-BDF1C75A45B8}" dt="2026-09-29T03:20:54.192" v="767" actId="1076"/>
          <ac:spMkLst>
            <pc:docMk/>
            <pc:sldMk cId="2203725925" sldId="6221"/>
            <ac:spMk id="6" creationId="{3672ACC3-02F6-279B-F170-37B36C0B16C5}"/>
          </ac:spMkLst>
        </pc:spChg>
        <pc:spChg chg="add mod">
          <ac:chgData name="Chao, Wei-Lun" userId="d629317c-62de-44d6-9e2c-4d96c0d2596e" providerId="ADAL" clId="{E047DB95-266B-4A8F-9553-BDF1C75A45B8}" dt="2026-09-29T03:20:34.700" v="749" actId="1076"/>
          <ac:spMkLst>
            <pc:docMk/>
            <pc:sldMk cId="2203725925" sldId="6221"/>
            <ac:spMk id="10" creationId="{F8D15681-1C16-75B7-6357-0DD3D1ECE569}"/>
          </ac:spMkLst>
        </pc:spChg>
        <pc:spChg chg="add mod">
          <ac:chgData name="Chao, Wei-Lun" userId="d629317c-62de-44d6-9e2c-4d96c0d2596e" providerId="ADAL" clId="{E047DB95-266B-4A8F-9553-BDF1C75A45B8}" dt="2026-09-29T03:22:02.364" v="782" actId="1076"/>
          <ac:spMkLst>
            <pc:docMk/>
            <pc:sldMk cId="2203725925" sldId="6221"/>
            <ac:spMk id="18" creationId="{167C679C-A821-16AB-7CB5-73F19EF427E2}"/>
          </ac:spMkLst>
        </pc:spChg>
        <pc:spChg chg="add mod">
          <ac:chgData name="Chao, Wei-Lun" userId="d629317c-62de-44d6-9e2c-4d96c0d2596e" providerId="ADAL" clId="{E047DB95-266B-4A8F-9553-BDF1C75A45B8}" dt="2026-09-29T03:22:08.919" v="784" actId="1076"/>
          <ac:spMkLst>
            <pc:docMk/>
            <pc:sldMk cId="2203725925" sldId="6221"/>
            <ac:spMk id="20" creationId="{A6CC886B-385D-F50F-78FC-B181BA157ED9}"/>
          </ac:spMkLst>
        </pc:spChg>
        <pc:spChg chg="add mod">
          <ac:chgData name="Chao, Wei-Lun" userId="d629317c-62de-44d6-9e2c-4d96c0d2596e" providerId="ADAL" clId="{E047DB95-266B-4A8F-9553-BDF1C75A45B8}" dt="2026-09-29T03:22:17.020" v="786" actId="1076"/>
          <ac:spMkLst>
            <pc:docMk/>
            <pc:sldMk cId="2203725925" sldId="6221"/>
            <ac:spMk id="23" creationId="{18954C85-BEB6-DCC5-D336-30595464DB53}"/>
          </ac:spMkLst>
        </pc:spChg>
        <pc:spChg chg="add mod">
          <ac:chgData name="Chao, Wei-Lun" userId="d629317c-62de-44d6-9e2c-4d96c0d2596e" providerId="ADAL" clId="{E047DB95-266B-4A8F-9553-BDF1C75A45B8}" dt="2026-09-29T03:22:22.576" v="788" actId="1076"/>
          <ac:spMkLst>
            <pc:docMk/>
            <pc:sldMk cId="2203725925" sldId="6221"/>
            <ac:spMk id="25" creationId="{62602F9E-7D4D-A5A0-EC05-EF93022A0218}"/>
          </ac:spMkLst>
        </pc:spChg>
        <pc:picChg chg="del">
          <ac:chgData name="Chao, Wei-Lun" userId="d629317c-62de-44d6-9e2c-4d96c0d2596e" providerId="ADAL" clId="{E047DB95-266B-4A8F-9553-BDF1C75A45B8}" dt="2026-09-29T03:14:51.734" v="621" actId="478"/>
          <ac:picMkLst>
            <pc:docMk/>
            <pc:sldMk cId="2203725925" sldId="6221"/>
            <ac:picMk id="5" creationId="{3A314494-A46F-C6AC-C384-303B68E98A18}"/>
          </ac:picMkLst>
        </pc:picChg>
        <pc:picChg chg="add mod">
          <ac:chgData name="Chao, Wei-Lun" userId="d629317c-62de-44d6-9e2c-4d96c0d2596e" providerId="ADAL" clId="{E047DB95-266B-4A8F-9553-BDF1C75A45B8}" dt="2026-09-29T03:22:05.019" v="783" actId="1076"/>
          <ac:picMkLst>
            <pc:docMk/>
            <pc:sldMk cId="2203725925" sldId="6221"/>
            <ac:picMk id="13" creationId="{C57DEF36-20F2-6976-97F3-6FBF91BB7C63}"/>
          </ac:picMkLst>
        </pc:picChg>
        <pc:picChg chg="add mod">
          <ac:chgData name="Chao, Wei-Lun" userId="d629317c-62de-44d6-9e2c-4d96c0d2596e" providerId="ADAL" clId="{E047DB95-266B-4A8F-9553-BDF1C75A45B8}" dt="2026-09-29T03:20:40.505" v="751" actId="1076"/>
          <ac:picMkLst>
            <pc:docMk/>
            <pc:sldMk cId="2203725925" sldId="6221"/>
            <ac:picMk id="15" creationId="{DFF7F5F1-36A4-CA9B-C653-B9915452D913}"/>
          </ac:picMkLst>
        </pc:picChg>
        <pc:picChg chg="add del">
          <ac:chgData name="Chao, Wei-Lun" userId="d629317c-62de-44d6-9e2c-4d96c0d2596e" providerId="ADAL" clId="{E047DB95-266B-4A8F-9553-BDF1C75A45B8}" dt="2026-09-29T03:19:25.825" v="711" actId="22"/>
          <ac:picMkLst>
            <pc:docMk/>
            <pc:sldMk cId="2203725925" sldId="6221"/>
            <ac:picMk id="17" creationId="{8C0C9460-7E0B-903D-5B9E-91E73CF82A58}"/>
          </ac:picMkLst>
        </pc:picChg>
        <pc:picChg chg="add mod">
          <ac:chgData name="Chao, Wei-Lun" userId="d629317c-62de-44d6-9e2c-4d96c0d2596e" providerId="ADAL" clId="{E047DB95-266B-4A8F-9553-BDF1C75A45B8}" dt="2026-09-29T03:22:18.489" v="787" actId="1076"/>
          <ac:picMkLst>
            <pc:docMk/>
            <pc:sldMk cId="2203725925" sldId="6221"/>
            <ac:picMk id="27" creationId="{6101D378-2BAB-868F-2A71-15939C3E631E}"/>
          </ac:picMkLst>
        </pc:picChg>
        <pc:cxnChg chg="add mod">
          <ac:chgData name="Chao, Wei-Lun" userId="d629317c-62de-44d6-9e2c-4d96c0d2596e" providerId="ADAL" clId="{E047DB95-266B-4A8F-9553-BDF1C75A45B8}" dt="2026-09-29T03:20:46.887" v="753" actId="1076"/>
          <ac:cxnSpMkLst>
            <pc:docMk/>
            <pc:sldMk cId="2203725925" sldId="6221"/>
            <ac:cxnSpMk id="4" creationId="{25032126-08A7-853C-A822-C5635089FC71}"/>
          </ac:cxnSpMkLst>
        </pc:cxnChg>
        <pc:cxnChg chg="del">
          <ac:chgData name="Chao, Wei-Lun" userId="d629317c-62de-44d6-9e2c-4d96c0d2596e" providerId="ADAL" clId="{E047DB95-266B-4A8F-9553-BDF1C75A45B8}" dt="2026-09-29T03:14:51.124" v="620" actId="478"/>
          <ac:cxnSpMkLst>
            <pc:docMk/>
            <pc:sldMk cId="2203725925" sldId="6221"/>
            <ac:cxnSpMk id="7" creationId="{CBFF53DF-0E4D-807D-ED30-965816B82E14}"/>
          </ac:cxnSpMkLst>
        </pc:cxnChg>
        <pc:cxnChg chg="del">
          <ac:chgData name="Chao, Wei-Lun" userId="d629317c-62de-44d6-9e2c-4d96c0d2596e" providerId="ADAL" clId="{E047DB95-266B-4A8F-9553-BDF1C75A45B8}" dt="2026-09-29T03:14:50.122" v="619" actId="478"/>
          <ac:cxnSpMkLst>
            <pc:docMk/>
            <pc:sldMk cId="2203725925" sldId="6221"/>
            <ac:cxnSpMk id="8" creationId="{2A23433C-54BC-3579-0BC5-E73E8F1F3F41}"/>
          </ac:cxnSpMkLst>
        </pc:cxnChg>
        <pc:cxnChg chg="add mod">
          <ac:chgData name="Chao, Wei-Lun" userId="d629317c-62de-44d6-9e2c-4d96c0d2596e" providerId="ADAL" clId="{E047DB95-266B-4A8F-9553-BDF1C75A45B8}" dt="2026-09-29T03:20:50.342" v="766" actId="1036"/>
          <ac:cxnSpMkLst>
            <pc:docMk/>
            <pc:sldMk cId="2203725925" sldId="6221"/>
            <ac:cxnSpMk id="9" creationId="{B2BB5CEA-53FC-2977-BE67-837711825160}"/>
          </ac:cxnSpMkLst>
        </pc:cxnChg>
      </pc:sldChg>
      <pc:sldChg chg="addSp modSp new mod">
        <pc:chgData name="Chao, Wei-Lun" userId="d629317c-62de-44d6-9e2c-4d96c0d2596e" providerId="ADAL" clId="{E047DB95-266B-4A8F-9553-BDF1C75A45B8}" dt="2026-09-29T03:23:01.669" v="805" actId="1076"/>
        <pc:sldMkLst>
          <pc:docMk/>
          <pc:sldMk cId="580899734" sldId="6222"/>
        </pc:sldMkLst>
        <pc:spChg chg="mod">
          <ac:chgData name="Chao, Wei-Lun" userId="d629317c-62de-44d6-9e2c-4d96c0d2596e" providerId="ADAL" clId="{E047DB95-266B-4A8F-9553-BDF1C75A45B8}" dt="2026-09-29T03:22:38.258" v="790"/>
          <ac:spMkLst>
            <pc:docMk/>
            <pc:sldMk cId="580899734" sldId="6222"/>
            <ac:spMk id="2" creationId="{0609D7DC-0368-2B32-ED50-2F7DCC4E9FA2}"/>
          </ac:spMkLst>
        </pc:spChg>
        <pc:spChg chg="mod">
          <ac:chgData name="Chao, Wei-Lun" userId="d629317c-62de-44d6-9e2c-4d96c0d2596e" providerId="ADAL" clId="{E047DB95-266B-4A8F-9553-BDF1C75A45B8}" dt="2026-09-29T03:22:42.096" v="803" actId="20577"/>
          <ac:spMkLst>
            <pc:docMk/>
            <pc:sldMk cId="580899734" sldId="6222"/>
            <ac:spMk id="3" creationId="{08CB2907-0D04-6A41-0734-4DA2DD14525C}"/>
          </ac:spMkLst>
        </pc:spChg>
        <pc:picChg chg="add mod">
          <ac:chgData name="Chao, Wei-Lun" userId="d629317c-62de-44d6-9e2c-4d96c0d2596e" providerId="ADAL" clId="{E047DB95-266B-4A8F-9553-BDF1C75A45B8}" dt="2026-09-29T03:23:01.669" v="805" actId="1076"/>
          <ac:picMkLst>
            <pc:docMk/>
            <pc:sldMk cId="580899734" sldId="6222"/>
            <ac:picMk id="5" creationId="{BB87B6D1-01C1-49E1-5269-1E91D6A1F612}"/>
          </ac:picMkLst>
        </pc:picChg>
      </pc:sldChg>
      <pc:sldChg chg="del">
        <pc:chgData name="Chao, Wei-Lun" userId="d629317c-62de-44d6-9e2c-4d96c0d2596e" providerId="ADAL" clId="{E047DB95-266B-4A8F-9553-BDF1C75A45B8}" dt="2026-09-29T02:51:39.838" v="44" actId="47"/>
        <pc:sldMkLst>
          <pc:docMk/>
          <pc:sldMk cId="3563617124" sldId="6222"/>
        </pc:sldMkLst>
      </pc:sldChg>
      <pc:sldChg chg="modSp new mod">
        <pc:chgData name="Chao, Wei-Lun" userId="d629317c-62de-44d6-9e2c-4d96c0d2596e" providerId="ADAL" clId="{E047DB95-266B-4A8F-9553-BDF1C75A45B8}" dt="2026-09-29T03:24:48.514" v="899" actId="20577"/>
        <pc:sldMkLst>
          <pc:docMk/>
          <pc:sldMk cId="4267249892" sldId="6223"/>
        </pc:sldMkLst>
        <pc:spChg chg="mod">
          <ac:chgData name="Chao, Wei-Lun" userId="d629317c-62de-44d6-9e2c-4d96c0d2596e" providerId="ADAL" clId="{E047DB95-266B-4A8F-9553-BDF1C75A45B8}" dt="2026-09-29T03:23:08.065" v="807"/>
          <ac:spMkLst>
            <pc:docMk/>
            <pc:sldMk cId="4267249892" sldId="6223"/>
            <ac:spMk id="2" creationId="{9A12BD9E-AF98-1E77-D7FC-6AECE2AE18FA}"/>
          </ac:spMkLst>
        </pc:spChg>
        <pc:spChg chg="mod">
          <ac:chgData name="Chao, Wei-Lun" userId="d629317c-62de-44d6-9e2c-4d96c0d2596e" providerId="ADAL" clId="{E047DB95-266B-4A8F-9553-BDF1C75A45B8}" dt="2026-09-29T03:24:48.514" v="899" actId="20577"/>
          <ac:spMkLst>
            <pc:docMk/>
            <pc:sldMk cId="4267249892" sldId="6223"/>
            <ac:spMk id="3" creationId="{AD6A8C3D-1957-D759-DC2D-F16E8966568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BE9EA88-CDB8-5740-9EFC-694193B327F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73A175-5696-B54B-8914-C072FC0DB2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C8AC04-A67D-B24C-8E12-8FB56FC0567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C78DE9-D626-CD46-9744-6BF9484F600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12EA5D-6244-A840-989B-3FF66F3C2CA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50F412-BB42-714A-9F06-5752E0C7AD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0007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E3F71F-EE20-0840-B448-C2CC2398DE46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88E0E4-2FF9-D642-903E-D1AE3C9B5C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401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88E0E4-2FF9-D642-903E-D1AE3C9B5C1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577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88E0E4-2FF9-D642-903E-D1AE3C9B5C1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1359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53F7F-A249-F443-B60E-AC4643D570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1122363"/>
            <a:ext cx="11350171" cy="1250723"/>
          </a:xfrm>
        </p:spPr>
        <p:txBody>
          <a:bodyPr anchor="b"/>
          <a:lstStyle>
            <a:lvl1pPr algn="ctr">
              <a:defRPr sz="6000"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&lt;Topic&gt;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83CFC8-047F-C941-8585-D09B9904EA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810172" y="5522231"/>
            <a:ext cx="3381828" cy="190227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3D2412-531C-47CA-BAA6-B0177AE1C8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243490-EAF7-49C2-8B66-E0B5250955B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691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5A2A7-066E-9046-8121-95F264DCE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640" y="254000"/>
            <a:ext cx="11724640" cy="915988"/>
          </a:xfr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1E8D3-1287-3744-8FAF-4A40CD8A89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640" y="1612906"/>
            <a:ext cx="11724640" cy="456405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BB578A5-C01B-5746-8F37-A8507C26D5D1}"/>
              </a:ext>
            </a:extLst>
          </p:cNvPr>
          <p:cNvCxnSpPr/>
          <p:nvPr userDrawn="1"/>
        </p:nvCxnSpPr>
        <p:spPr>
          <a:xfrm>
            <a:off x="296672" y="1348740"/>
            <a:ext cx="11722608" cy="0"/>
          </a:xfrm>
          <a:prstGeom prst="line">
            <a:avLst/>
          </a:prstGeom>
          <a:ln w="31750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5FE24F2A-9AF9-4D2F-B130-85F6F5C0ED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243490-EAF7-49C2-8B66-E0B5250955B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856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523303-7D4B-6B4F-B80C-1ED0C4CFCA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4640" y="1681163"/>
            <a:ext cx="5702935" cy="456555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rgbClr val="C0000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D4AFBE-D4EB-0E40-8B47-1079AF3A68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4640" y="2505075"/>
            <a:ext cx="5702935" cy="3684588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B0DBDC-D697-2741-A295-168C772A4E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6400" y="1681163"/>
            <a:ext cx="5762879" cy="456544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rgbClr val="C0000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3E66BE-92C4-FC4C-AC21-FE8A32C968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6400" y="2505075"/>
            <a:ext cx="5762880" cy="3684588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DC15DA5-5933-2E4C-893D-A908BD329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640" y="254000"/>
            <a:ext cx="11724640" cy="915988"/>
          </a:xfr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5F5A316-8BF4-6148-A76F-D966A9DBE321}"/>
              </a:ext>
            </a:extLst>
          </p:cNvPr>
          <p:cNvCxnSpPr/>
          <p:nvPr userDrawn="1"/>
        </p:nvCxnSpPr>
        <p:spPr>
          <a:xfrm>
            <a:off x="296672" y="1348740"/>
            <a:ext cx="11722608" cy="0"/>
          </a:xfrm>
          <a:prstGeom prst="line">
            <a:avLst/>
          </a:prstGeom>
          <a:ln w="31750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80FDD41-D99A-A14A-836E-655A91E30D8C}"/>
              </a:ext>
            </a:extLst>
          </p:cNvPr>
          <p:cNvCxnSpPr>
            <a:cxnSpLocks/>
          </p:cNvCxnSpPr>
          <p:nvPr userDrawn="1"/>
        </p:nvCxnSpPr>
        <p:spPr>
          <a:xfrm>
            <a:off x="6145428" y="1681163"/>
            <a:ext cx="0" cy="4508500"/>
          </a:xfrm>
          <a:prstGeom prst="line">
            <a:avLst/>
          </a:prstGeom>
          <a:ln w="22225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8A03C1A-2431-1A4A-8332-630616C534BD}"/>
              </a:ext>
            </a:extLst>
          </p:cNvPr>
          <p:cNvCxnSpPr>
            <a:cxnSpLocks/>
          </p:cNvCxnSpPr>
          <p:nvPr userDrawn="1"/>
        </p:nvCxnSpPr>
        <p:spPr>
          <a:xfrm>
            <a:off x="234696" y="2230186"/>
            <a:ext cx="5762879" cy="0"/>
          </a:xfrm>
          <a:prstGeom prst="line">
            <a:avLst/>
          </a:prstGeom>
          <a:ln w="22225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3D423DE-EE3D-144E-8305-FAD82E00DC73}"/>
              </a:ext>
            </a:extLst>
          </p:cNvPr>
          <p:cNvCxnSpPr>
            <a:cxnSpLocks/>
          </p:cNvCxnSpPr>
          <p:nvPr userDrawn="1"/>
        </p:nvCxnSpPr>
        <p:spPr>
          <a:xfrm>
            <a:off x="6256401" y="2230186"/>
            <a:ext cx="5762879" cy="0"/>
          </a:xfrm>
          <a:prstGeom prst="line">
            <a:avLst/>
          </a:prstGeom>
          <a:ln w="22225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3BB81EB3-84B1-40B7-B5B3-C510BB122C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243490-EAF7-49C2-8B66-E0B5250955B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979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784DFD9-2B07-AE4F-9A3C-2EEFC6FB2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640" y="254000"/>
            <a:ext cx="11724640" cy="915988"/>
          </a:xfr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72471FE-D852-2441-85E8-46B1B30A4C7F}"/>
              </a:ext>
            </a:extLst>
          </p:cNvPr>
          <p:cNvCxnSpPr/>
          <p:nvPr userDrawn="1"/>
        </p:nvCxnSpPr>
        <p:spPr>
          <a:xfrm>
            <a:off x="296672" y="1348740"/>
            <a:ext cx="11722608" cy="0"/>
          </a:xfrm>
          <a:prstGeom prst="line">
            <a:avLst/>
          </a:prstGeom>
          <a:ln w="31750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07F2685E-9D30-4DC1-B8A3-10EB2BA42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243490-EAF7-49C2-8B66-E0B5250955B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183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90DA5206-89D9-47A3-9F61-D86373E6CA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243490-EAF7-49C2-8B66-E0B5250955B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874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6F32A6-A96D-DA45-A47A-D02A0A9FC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8DD3DD-323F-6F4A-9A75-123C3C9D6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23FDFF-5A01-4986-9381-2785733933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243490-EAF7-49C2-8B66-E0B5250955B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217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5" r:id="rId4"/>
    <p:sldLayoutId id="2147483656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Ø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ü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9.png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EE112CCA-10BF-C9A9-8933-B6EC4CC7D20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2328262"/>
            <a:ext cx="12192000" cy="110073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dirty="0"/>
              <a:t>HW2 – Part 3</a:t>
            </a:r>
          </a:p>
        </p:txBody>
      </p:sp>
    </p:spTree>
    <p:extLst>
      <p:ext uri="{BB962C8B-B14F-4D97-AF65-F5344CB8AC3E}">
        <p14:creationId xmlns:p14="http://schemas.microsoft.com/office/powerpoint/2010/main" val="1979075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D7229-F118-73B0-75CC-FA0CC5116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06E11-FAB8-9015-415A-3C9DCD1AC8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Please make sure you have read Lecture 6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Please read Textbook chapter 16, at least the portions covered by the lectures.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The notations in this slide deck may be a bit different from the lecture slides! The goal is to make implementation easier.</a:t>
            </a:r>
          </a:p>
          <a:p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endParaRPr lang="en-US" sz="2800" dirty="0"/>
          </a:p>
          <a:p>
            <a:endParaRPr lang="en-US" sz="2800" dirty="0"/>
          </a:p>
          <a:p>
            <a:endParaRPr lang="en-US" sz="1800" b="1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9E97B1CD-BC79-32CB-E115-B432C32B08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481EDF6A-2111-452F-9A47-3C2107E109B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4788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150D9-347D-5631-7C1E-25B9B091E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A0C2C-AC48-CA29-88C8-2CE689AC1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Please do not import packages (like scikit learn) that are not listed in the provided code. </a:t>
            </a:r>
          </a:p>
          <a:p>
            <a:endParaRPr lang="en-US" dirty="0"/>
          </a:p>
          <a:p>
            <a:r>
              <a:rPr lang="en-US" dirty="0"/>
              <a:t>In this homework, you are NOT allowed to use NumPy’s or other Python libraries’ built-in </a:t>
            </a:r>
            <a:r>
              <a:rPr lang="en-US" b="1" dirty="0"/>
              <a:t>convolution, DFT, IDFT, and filter functions. </a:t>
            </a:r>
            <a:r>
              <a:rPr lang="en-US" dirty="0"/>
              <a:t>If you use them, you will get 0 points for the entire assignment.</a:t>
            </a:r>
          </a:p>
        </p:txBody>
      </p:sp>
    </p:spTree>
    <p:extLst>
      <p:ext uri="{BB962C8B-B14F-4D97-AF65-F5344CB8AC3E}">
        <p14:creationId xmlns:p14="http://schemas.microsoft.com/office/powerpoint/2010/main" val="3684386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27D14-64B7-FFCF-5DEF-9A26F56CC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1: Periodic function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C05648-C00A-8F9D-56A3-CF92BC7109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0" dirty="0"/>
                  <a:t>Let’s consider a square image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𝑢𝑛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den>
                                </m:f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𝑣𝑚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the phase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C05648-C00A-8F9D-56A3-CF92BC7109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36" t="-2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6BC18531-769D-AA4F-C2CD-5BFD9998FA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601" y="3369254"/>
            <a:ext cx="9402184" cy="27922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57CF9F-3AF2-A125-8276-04DA36927E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4771" y="4967161"/>
            <a:ext cx="1371600" cy="6000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76DAB1D-C8EC-9DA2-F43B-BBBBD2C4BC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3486" y="5014786"/>
            <a:ext cx="1381125" cy="5524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3ACFD4-303F-4E64-E267-E5C236BFF3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6648" y="5014786"/>
            <a:ext cx="1562100" cy="54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121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7F7B2-407D-44B3-0940-FC48924E5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1: Periodic function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FFFA77-563E-9640-6E5E-9CEDFB2A09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𝑙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𝑢𝑛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den>
                                </m:f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𝑣𝑚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the phase </a:t>
                </a:r>
              </a:p>
              <a:p>
                <a:endParaRPr lang="en-US" dirty="0"/>
              </a:p>
              <a:p>
                <a:r>
                  <a:rPr lang="en-US" dirty="0"/>
                  <a:t>In this homework, please assume N is an odd number</a:t>
                </a:r>
              </a:p>
              <a:p>
                <a:r>
                  <a:rPr lang="en-US" dirty="0"/>
                  <a:t>For n, consider the range </a:t>
                </a:r>
                <a:r>
                  <a:rPr lang="en-US" dirty="0">
                    <a:solidFill>
                      <a:srgbClr val="0070C0"/>
                    </a:solidFill>
                  </a:rPr>
                  <a:t>–</a:t>
                </a:r>
                <a:r>
                  <a:rPr lang="en-US" dirty="0">
                    <a:solidFill>
                      <a:schemeClr val="accent1"/>
                    </a:solidFill>
                  </a:rPr>
                  <a:t>(N – 1)/2 : (N – 1)/2</a:t>
                </a:r>
              </a:p>
              <a:p>
                <a:r>
                  <a:rPr lang="en-US" dirty="0"/>
                  <a:t>For m, consider the range </a:t>
                </a:r>
                <a:r>
                  <a:rPr lang="en-US" dirty="0">
                    <a:solidFill>
                      <a:srgbClr val="0070C0"/>
                    </a:solidFill>
                  </a:rPr>
                  <a:t>–</a:t>
                </a:r>
                <a:r>
                  <a:rPr lang="en-US" dirty="0">
                    <a:solidFill>
                      <a:schemeClr val="accent1"/>
                    </a:solidFill>
                  </a:rPr>
                  <a:t>(N – 1)/2 : (N – 1)/2</a:t>
                </a:r>
              </a:p>
              <a:p>
                <a:endParaRPr lang="en-US" dirty="0">
                  <a:solidFill>
                    <a:schemeClr val="accent1"/>
                  </a:solidFill>
                </a:endParaRPr>
              </a:p>
              <a:p>
                <a:endParaRPr lang="en-US" dirty="0"/>
              </a:p>
              <a:p>
                <a:endParaRPr lang="en-US" dirty="0">
                  <a:solidFill>
                    <a:srgbClr val="FF0000"/>
                  </a:solidFill>
                </a:endParaRP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FFFA77-563E-9640-6E5E-9CEDFB2A09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55327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748DB-22AD-E006-F299-D5A25D538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1: Periodic function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F4AD73-2245-CEA0-065A-11276B1362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Let N = 31, u = 0, v = 3,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, you will generate a 31-by-31 matrix (image)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F4AD73-2245-CEA0-065A-11276B1362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36" t="-2273" r="-8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686A6C1-F954-8542-A60B-C102346BDA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8243" y="2465673"/>
            <a:ext cx="3937202" cy="3924502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FAED825-085A-734C-2CC6-DAD5094883A0}"/>
              </a:ext>
            </a:extLst>
          </p:cNvPr>
          <p:cNvCxnSpPr/>
          <p:nvPr/>
        </p:nvCxnSpPr>
        <p:spPr>
          <a:xfrm>
            <a:off x="3894528" y="6510073"/>
            <a:ext cx="2964873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E3D7A2D-D672-F7D0-4575-C4557BDB1A4E}"/>
              </a:ext>
            </a:extLst>
          </p:cNvPr>
          <p:cNvSpPr txBox="1"/>
          <p:nvPr/>
        </p:nvSpPr>
        <p:spPr>
          <a:xfrm>
            <a:off x="5269591" y="6510073"/>
            <a:ext cx="4087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511EFFB-70AC-C52C-21B2-171DAAFCFADD}"/>
              </a:ext>
            </a:extLst>
          </p:cNvPr>
          <p:cNvCxnSpPr>
            <a:cxnSpLocks/>
          </p:cNvCxnSpPr>
          <p:nvPr/>
        </p:nvCxnSpPr>
        <p:spPr>
          <a:xfrm flipV="1">
            <a:off x="3894528" y="2986082"/>
            <a:ext cx="0" cy="3539193"/>
          </a:xfrm>
          <a:prstGeom prst="straightConnector1">
            <a:avLst/>
          </a:prstGeom>
          <a:ln w="635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AD03E25-5D3D-C135-0617-E025DEFA1CF4}"/>
              </a:ext>
            </a:extLst>
          </p:cNvPr>
          <p:cNvSpPr txBox="1"/>
          <p:nvPr/>
        </p:nvSpPr>
        <p:spPr>
          <a:xfrm flipH="1">
            <a:off x="3326492" y="4664010"/>
            <a:ext cx="3221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2717802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000FD-D18B-8149-A607-DF5A282E9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experiments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C10C2E-F635-6198-7542-A612077627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 Lecture 6, we see this example</a:t>
                </a:r>
              </a:p>
              <a:p>
                <a:r>
                  <a:rPr lang="en-US" dirty="0"/>
                  <a:t>Now let’s reproduce it by</a:t>
                </a:r>
              </a:p>
              <a:p>
                <a:pPr marL="457200" lvl="1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𝑙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brk m:alnAt="23"/>
                            </m:rPr>
                            <a:rPr lang="en-US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func>
                            <m:func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b="0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b="0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num>
                                        <m:den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den>
                                      </m:f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en-US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num>
                                        <m:den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C10C2E-F635-6198-7542-A612077627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36" t="-2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A82884D5-B86F-C926-B148-9E3C49D35F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0338" y="1490363"/>
            <a:ext cx="2788239" cy="4571892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5491170-2A8B-9FC7-189D-5EDBE563C6DD}"/>
              </a:ext>
            </a:extLst>
          </p:cNvPr>
          <p:cNvCxnSpPr>
            <a:cxnSpLocks/>
          </p:cNvCxnSpPr>
          <p:nvPr/>
        </p:nvCxnSpPr>
        <p:spPr>
          <a:xfrm>
            <a:off x="3088982" y="4072538"/>
            <a:ext cx="7399724" cy="1836484"/>
          </a:xfrm>
          <a:prstGeom prst="straightConnector1">
            <a:avLst/>
          </a:prstGeom>
          <a:ln w="12700"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7FB47AC-FCA9-3AC2-7424-A414A5D2BCFA}"/>
              </a:ext>
            </a:extLst>
          </p:cNvPr>
          <p:cNvCxnSpPr>
            <a:cxnSpLocks/>
          </p:cNvCxnSpPr>
          <p:nvPr/>
        </p:nvCxnSpPr>
        <p:spPr>
          <a:xfrm>
            <a:off x="3465499" y="3004457"/>
            <a:ext cx="7023207" cy="975872"/>
          </a:xfrm>
          <a:prstGeom prst="straightConnector1">
            <a:avLst/>
          </a:prstGeom>
          <a:ln w="12700"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4265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24FA7-46E9-2AC7-EEFF-9EA240409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C3945-9161-99A4-7DF9-8E6BF0101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experiments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FB9DA8-7990-8AF9-0382-4C7BEB3FB4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𝑙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m:rPr>
                              <m:brk m:alnAt="23"/>
                            </m:r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brk m:alnAt="23"/>
                            </m:r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brk m:alnAt="23"/>
                            </m:r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m:rPr>
                              <m:brk m:alnAt="23"/>
                            </m:r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brk m:alnAt="23"/>
                            </m:r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brk m:alnAt="23"/>
                            </m:r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brk m:alnAt="23"/>
                            </m:r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m:rPr>
                              <m:brk m:alnAt="23"/>
                            </m:r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brk m:alnAt="23"/>
                            </m:r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m:rPr>
                              <m:brk m:alnAt="23"/>
                            </m:r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brk m:alnAt="23"/>
                            </m:r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m:rPr>
                              <m:brk m:alnAt="23"/>
                            </m:r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brk m:alnAt="23"/>
                            </m:r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brk m:alnAt="23"/>
                            </m:r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brk m:alnAt="23"/>
                            </m:r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m:rPr>
                              <m:brk m:alnAt="23"/>
                            </m:r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func>
                            <m:funcPr>
                              <m:ctrlPr>
                                <a:rPr lang="en-US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num>
                                        <m:den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den>
                                      </m:f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num>
                                        <m:den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means </a:t>
                </a: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FB9DA8-7990-8AF9-0382-4C7BEB3FB4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0" t="-1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5032126-08A7-853C-A822-C5635089FC71}"/>
              </a:ext>
            </a:extLst>
          </p:cNvPr>
          <p:cNvCxnSpPr>
            <a:cxnSpLocks/>
          </p:cNvCxnSpPr>
          <p:nvPr/>
        </p:nvCxnSpPr>
        <p:spPr>
          <a:xfrm>
            <a:off x="3131127" y="5935894"/>
            <a:ext cx="2527497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672ACC3-02F6-279B-F170-37B36C0B16C5}"/>
              </a:ext>
            </a:extLst>
          </p:cNvPr>
          <p:cNvSpPr txBox="1"/>
          <p:nvPr/>
        </p:nvSpPr>
        <p:spPr>
          <a:xfrm>
            <a:off x="4100959" y="5992327"/>
            <a:ext cx="4087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n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2BB5CEA-53FC-2977-BE67-837711825160}"/>
              </a:ext>
            </a:extLst>
          </p:cNvPr>
          <p:cNvCxnSpPr>
            <a:cxnSpLocks/>
          </p:cNvCxnSpPr>
          <p:nvPr/>
        </p:nvCxnSpPr>
        <p:spPr>
          <a:xfrm flipV="1">
            <a:off x="3163756" y="3591818"/>
            <a:ext cx="0" cy="2369015"/>
          </a:xfrm>
          <a:prstGeom prst="straightConnector1">
            <a:avLst/>
          </a:prstGeom>
          <a:ln w="635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8D15681-1C16-75B7-6357-0DD3D1ECE569}"/>
              </a:ext>
            </a:extLst>
          </p:cNvPr>
          <p:cNvSpPr txBox="1"/>
          <p:nvPr/>
        </p:nvSpPr>
        <p:spPr>
          <a:xfrm flipH="1">
            <a:off x="2626249" y="5086084"/>
            <a:ext cx="3221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57DEF36-20F2-6976-97F3-6FBF91BB7C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6960" y="3570601"/>
            <a:ext cx="2200275" cy="215458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FF7F5F1-36A4-CA9B-C653-B9915452D9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2895" y="3570949"/>
            <a:ext cx="2161206" cy="215423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67C679C-A821-16AB-7CB5-73F19EF427E2}"/>
                  </a:ext>
                </a:extLst>
              </p:cNvPr>
              <p:cNvSpPr txBox="1"/>
              <p:nvPr/>
            </p:nvSpPr>
            <p:spPr>
              <a:xfrm>
                <a:off x="5514101" y="4509566"/>
                <a:ext cx="71333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…+ 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67C679C-A821-16AB-7CB5-73F19EF427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101" y="4509566"/>
                <a:ext cx="713337" cy="276999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6CC886B-385D-F50F-78FC-B181BA157ED9}"/>
                  </a:ext>
                </a:extLst>
              </p:cNvPr>
              <p:cNvSpPr txBox="1"/>
              <p:nvPr/>
            </p:nvSpPr>
            <p:spPr>
              <a:xfrm>
                <a:off x="2212559" y="4449127"/>
                <a:ext cx="71333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…+ 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6CC886B-385D-F50F-78FC-B181BA157E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2559" y="4449127"/>
                <a:ext cx="713337" cy="276999"/>
              </a:xfrm>
              <a:prstGeom prst="rect">
                <a:avLst/>
              </a:prstGeom>
              <a:blipFill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8954C85-BEB6-DCC5-D336-30595464DB53}"/>
                  </a:ext>
                </a:extLst>
              </p:cNvPr>
              <p:cNvSpPr txBox="1"/>
              <p:nvPr/>
            </p:nvSpPr>
            <p:spPr>
              <a:xfrm>
                <a:off x="8388644" y="4509566"/>
                <a:ext cx="71333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…+ 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8954C85-BEB6-DCC5-D336-30595464DB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8644" y="4509566"/>
                <a:ext cx="713337" cy="276999"/>
              </a:xfrm>
              <a:prstGeom prst="rect">
                <a:avLst/>
              </a:prstGeom>
              <a:blipFill>
                <a:blip r:embed="rId8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2602F9E-7D4D-A5A0-EC05-EF93022A0218}"/>
                  </a:ext>
                </a:extLst>
              </p:cNvPr>
              <p:cNvSpPr txBox="1"/>
              <p:nvPr/>
            </p:nvSpPr>
            <p:spPr>
              <a:xfrm>
                <a:off x="11316925" y="4499687"/>
                <a:ext cx="71333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…+ 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2602F9E-7D4D-A5A0-EC05-EF93022A02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16925" y="4499687"/>
                <a:ext cx="713337" cy="276999"/>
              </a:xfrm>
              <a:prstGeom prst="rect">
                <a:avLst/>
              </a:prstGeom>
              <a:blipFill>
                <a:blip r:embed="rId9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7" name="Picture 26">
            <a:extLst>
              <a:ext uri="{FF2B5EF4-FFF2-40B4-BE49-F238E27FC236}">
                <a16:creationId xmlns:a16="http://schemas.microsoft.com/office/drawing/2014/main" id="{6101D378-2BAB-868F-2A71-15939C3E631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92537" y="3592895"/>
            <a:ext cx="2191440" cy="2111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725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9D7DC-0368-2B32-ED50-2F7DCC4E9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experiments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B2907-0D04-6A41-0734-4DA2DD145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will get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87B6D1-01C1-49E1-5269-1E91D6A1F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8295" y="2097018"/>
            <a:ext cx="3988005" cy="3860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8997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2BD9E-AF98-1E77-D7FC-6AECE2AE1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experiments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6A8C3D-1957-D759-DC2D-F16E896656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How about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𝑙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m:rPr>
                            <m:brk m:alnAt="23"/>
                          </m:r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unc>
                          <m:funcPr>
                            <m:ctrlPr>
                              <a:rPr lang="en-US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num>
                                      <m:den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den>
                                    </m:f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i="1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i="1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num>
                                      <m:den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func>
                      </m:e>
                    </m:nary>
                  </m:oMath>
                </a14:m>
                <a:r>
                  <a:rPr lang="en-US" dirty="0"/>
                  <a:t>, </a:t>
                </a:r>
              </a:p>
              <a:p>
                <a:endParaRPr lang="en-US" dirty="0"/>
              </a:p>
              <a:p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is a random number for each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value?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6A8C3D-1957-D759-DC2D-F16E896656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72498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3655</TotalTime>
  <Words>297</Words>
  <Application>Microsoft Office PowerPoint</Application>
  <PresentationFormat>Widescreen</PresentationFormat>
  <Paragraphs>64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Courier New</vt:lpstr>
      <vt:lpstr>Wingdings</vt:lpstr>
      <vt:lpstr>Office Theme</vt:lpstr>
      <vt:lpstr>PowerPoint Presentation</vt:lpstr>
      <vt:lpstr>Preparation</vt:lpstr>
      <vt:lpstr>Caution</vt:lpstr>
      <vt:lpstr>Question 1: Periodic function</vt:lpstr>
      <vt:lpstr>Question 1: Periodic function</vt:lpstr>
      <vt:lpstr>Question 1: Periodic function</vt:lpstr>
      <vt:lpstr>Other experiments</vt:lpstr>
      <vt:lpstr>Other experiments</vt:lpstr>
      <vt:lpstr>Other experiments</vt:lpstr>
      <vt:lpstr>Other experiments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Chao, Wei-Lun</cp:lastModifiedBy>
  <cp:revision>289</cp:revision>
  <dcterms:created xsi:type="dcterms:W3CDTF">2020-06-25T19:45:53Z</dcterms:created>
  <dcterms:modified xsi:type="dcterms:W3CDTF">2026-09-29T03:24:53Z</dcterms:modified>
</cp:coreProperties>
</file>