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6216" r:id="rId2"/>
    <p:sldId id="6214" r:id="rId3"/>
    <p:sldId id="6204" r:id="rId4"/>
    <p:sldId id="6202" r:id="rId5"/>
    <p:sldId id="6209" r:id="rId6"/>
    <p:sldId id="6215" r:id="rId7"/>
    <p:sldId id="6206" r:id="rId8"/>
    <p:sldId id="6217" r:id="rId9"/>
    <p:sldId id="6656" r:id="rId10"/>
    <p:sldId id="66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4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0BE54-9A79-4F38-A1FB-1F3D56815F35}" v="161" dt="2026-09-29T02:06:31.013"/>
    <p1510:client id="{42437C82-D847-48A4-BCA5-F4F825EEA0F0}" v="1" dt="2026-09-29T01:37:08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79184"/>
  </p:normalViewPr>
  <p:slideViewPr>
    <p:cSldViewPr snapToGrid="0" snapToObjects="1">
      <p:cViewPr varScale="1">
        <p:scale>
          <a:sx n="79" d="100"/>
          <a:sy n="79" d="100"/>
        </p:scale>
        <p:origin x="9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, Wei-Lun" userId="d629317c-62de-44d6-9e2c-4d96c0d2596e" providerId="ADAL" clId="{E047DB95-266B-4A8F-9553-BDF1C75A45B8}"/>
    <pc:docChg chg="undo redo custSel addSld delSld modSld">
      <pc:chgData name="Chao, Wei-Lun" userId="d629317c-62de-44d6-9e2c-4d96c0d2596e" providerId="ADAL" clId="{E047DB95-266B-4A8F-9553-BDF1C75A45B8}" dt="2026-09-29T02:06:33.112" v="992" actId="20577"/>
      <pc:docMkLst>
        <pc:docMk/>
      </pc:docMkLst>
      <pc:sldChg chg="modSp del mod modClrScheme chgLayout">
        <pc:chgData name="Chao, Wei-Lun" userId="d629317c-62de-44d6-9e2c-4d96c0d2596e" providerId="ADAL" clId="{E047DB95-266B-4A8F-9553-BDF1C75A45B8}" dt="2026-09-29T01:37:29.257" v="82" actId="47"/>
        <pc:sldMkLst>
          <pc:docMk/>
          <pc:sldMk cId="4167320421" sldId="261"/>
        </pc:sldMkLst>
        <pc:spChg chg="mod ord">
          <ac:chgData name="Chao, Wei-Lun" userId="d629317c-62de-44d6-9e2c-4d96c0d2596e" providerId="ADAL" clId="{E047DB95-266B-4A8F-9553-BDF1C75A45B8}" dt="2026-09-29T01:36:58.843" v="66" actId="700"/>
          <ac:spMkLst>
            <pc:docMk/>
            <pc:sldMk cId="4167320421" sldId="261"/>
            <ac:spMk id="5122" creationId="{00000000-0000-0000-0000-000000000000}"/>
          </ac:spMkLst>
        </pc:spChg>
      </pc:sldChg>
      <pc:sldChg chg="modSp del mod">
        <pc:chgData name="Chao, Wei-Lun" userId="d629317c-62de-44d6-9e2c-4d96c0d2596e" providerId="ADAL" clId="{E047DB95-266B-4A8F-9553-BDF1C75A45B8}" dt="2026-09-29T01:41:26.544" v="109" actId="47"/>
        <pc:sldMkLst>
          <pc:docMk/>
          <pc:sldMk cId="3024788253" sldId="6111"/>
        </pc:sldMkLst>
        <pc:spChg chg="mod">
          <ac:chgData name="Chao, Wei-Lun" userId="d629317c-62de-44d6-9e2c-4d96c0d2596e" providerId="ADAL" clId="{E047DB95-266B-4A8F-9553-BDF1C75A45B8}" dt="2026-09-28T20:05:47.999" v="55" actId="20577"/>
          <ac:spMkLst>
            <pc:docMk/>
            <pc:sldMk cId="3024788253" sldId="6111"/>
            <ac:spMk id="3" creationId="{85806E11-FAB8-9015-415A-3C9DCD1AC8B4}"/>
          </ac:spMkLst>
        </pc:spChg>
      </pc:sldChg>
      <pc:sldChg chg="del">
        <pc:chgData name="Chao, Wei-Lun" userId="d629317c-62de-44d6-9e2c-4d96c0d2596e" providerId="ADAL" clId="{E047DB95-266B-4A8F-9553-BDF1C75A45B8}" dt="2026-09-29T01:56:59.120" v="753" actId="47"/>
        <pc:sldMkLst>
          <pc:docMk/>
          <pc:sldMk cId="3429894572" sldId="6205"/>
        </pc:sldMkLst>
      </pc:sldChg>
      <pc:sldChg chg="addSp delSp modSp add del mod modAnim">
        <pc:chgData name="Chao, Wei-Lun" userId="d629317c-62de-44d6-9e2c-4d96c0d2596e" providerId="ADAL" clId="{E047DB95-266B-4A8F-9553-BDF1C75A45B8}" dt="2026-09-29T01:54:01.525" v="683" actId="20577"/>
        <pc:sldMkLst>
          <pc:docMk/>
          <pc:sldMk cId="1117998202" sldId="6206"/>
        </pc:sldMkLst>
        <pc:spChg chg="mod">
          <ac:chgData name="Chao, Wei-Lun" userId="d629317c-62de-44d6-9e2c-4d96c0d2596e" providerId="ADAL" clId="{E047DB95-266B-4A8F-9553-BDF1C75A45B8}" dt="2026-09-29T01:54:01.525" v="683" actId="20577"/>
          <ac:spMkLst>
            <pc:docMk/>
            <pc:sldMk cId="1117998202" sldId="6206"/>
            <ac:spMk id="2" creationId="{4BAA9BCB-E2CC-3B56-9E8F-197B03479A2B}"/>
          </ac:spMkLst>
        </pc:spChg>
        <pc:spChg chg="del">
          <ac:chgData name="Chao, Wei-Lun" userId="d629317c-62de-44d6-9e2c-4d96c0d2596e" providerId="ADAL" clId="{E047DB95-266B-4A8F-9553-BDF1C75A45B8}" dt="2026-09-29T01:53:12.983" v="673" actId="478"/>
          <ac:spMkLst>
            <pc:docMk/>
            <pc:sldMk cId="1117998202" sldId="6206"/>
            <ac:spMk id="3" creationId="{1ADDDD4A-D585-301E-6951-8FAB97CCD7BD}"/>
          </ac:spMkLst>
        </pc:spChg>
        <pc:spChg chg="add del mod">
          <ac:chgData name="Chao, Wei-Lun" userId="d629317c-62de-44d6-9e2c-4d96c0d2596e" providerId="ADAL" clId="{E047DB95-266B-4A8F-9553-BDF1C75A45B8}" dt="2026-09-29T01:53:15.007" v="674" actId="478"/>
          <ac:spMkLst>
            <pc:docMk/>
            <pc:sldMk cId="1117998202" sldId="6206"/>
            <ac:spMk id="5" creationId="{6DC8ACFD-4062-79D8-2864-0AA26A0AF708}"/>
          </ac:spMkLst>
        </pc:spChg>
        <pc:picChg chg="add mod">
          <ac:chgData name="Chao, Wei-Lun" userId="d629317c-62de-44d6-9e2c-4d96c0d2596e" providerId="ADAL" clId="{E047DB95-266B-4A8F-9553-BDF1C75A45B8}" dt="2026-09-29T01:53:50.893" v="680" actId="1076"/>
          <ac:picMkLst>
            <pc:docMk/>
            <pc:sldMk cId="1117998202" sldId="6206"/>
            <ac:picMk id="6" creationId="{4170E929-DB6F-A0F4-BE34-81DEC7AFCAAE}"/>
          </ac:picMkLst>
        </pc:picChg>
        <pc:picChg chg="add mod">
          <ac:chgData name="Chao, Wei-Lun" userId="d629317c-62de-44d6-9e2c-4d96c0d2596e" providerId="ADAL" clId="{E047DB95-266B-4A8F-9553-BDF1C75A45B8}" dt="2026-09-29T01:53:53.250" v="681" actId="1076"/>
          <ac:picMkLst>
            <pc:docMk/>
            <pc:sldMk cId="1117998202" sldId="6206"/>
            <ac:picMk id="7" creationId="{69E9E646-2B48-AF57-8DB6-71422F07E849}"/>
          </ac:picMkLst>
        </pc:picChg>
      </pc:sldChg>
      <pc:sldChg chg="modSp del mod">
        <pc:chgData name="Chao, Wei-Lun" userId="d629317c-62de-44d6-9e2c-4d96c0d2596e" providerId="ADAL" clId="{E047DB95-266B-4A8F-9553-BDF1C75A45B8}" dt="2026-09-29T01:57:54.497" v="758" actId="47"/>
        <pc:sldMkLst>
          <pc:docMk/>
          <pc:sldMk cId="634189378" sldId="6208"/>
        </pc:sldMkLst>
        <pc:spChg chg="mod">
          <ac:chgData name="Chao, Wei-Lun" userId="d629317c-62de-44d6-9e2c-4d96c0d2596e" providerId="ADAL" clId="{E047DB95-266B-4A8F-9553-BDF1C75A45B8}" dt="2026-09-29T01:56:54.321" v="752" actId="5793"/>
          <ac:spMkLst>
            <pc:docMk/>
            <pc:sldMk cId="634189378" sldId="6208"/>
            <ac:spMk id="2" creationId="{F67C6A8B-EDB8-8699-3439-A76DC0C51572}"/>
          </ac:spMkLst>
        </pc:spChg>
      </pc:sldChg>
      <pc:sldChg chg="addSp delSp modSp mod">
        <pc:chgData name="Chao, Wei-Lun" userId="d629317c-62de-44d6-9e2c-4d96c0d2596e" providerId="ADAL" clId="{E047DB95-266B-4A8F-9553-BDF1C75A45B8}" dt="2026-09-29T01:47:38.761" v="316" actId="1076"/>
        <pc:sldMkLst>
          <pc:docMk/>
          <pc:sldMk cId="2530188794" sldId="6209"/>
        </pc:sldMkLst>
        <pc:picChg chg="add del">
          <ac:chgData name="Chao, Wei-Lun" userId="d629317c-62de-44d6-9e2c-4d96c0d2596e" providerId="ADAL" clId="{E047DB95-266B-4A8F-9553-BDF1C75A45B8}" dt="2026-09-29T01:47:09.402" v="313" actId="478"/>
          <ac:picMkLst>
            <pc:docMk/>
            <pc:sldMk cId="2530188794" sldId="6209"/>
            <ac:picMk id="4" creationId="{AC31B3CA-564C-EBF1-466D-CD65FFCABCBF}"/>
          </ac:picMkLst>
        </pc:picChg>
        <pc:picChg chg="add mod">
          <ac:chgData name="Chao, Wei-Lun" userId="d629317c-62de-44d6-9e2c-4d96c0d2596e" providerId="ADAL" clId="{E047DB95-266B-4A8F-9553-BDF1C75A45B8}" dt="2026-09-29T01:47:38.761" v="316" actId="1076"/>
          <ac:picMkLst>
            <pc:docMk/>
            <pc:sldMk cId="2530188794" sldId="6209"/>
            <ac:picMk id="6" creationId="{02AD496B-AC51-BEE5-2E50-B7FE4BE254B1}"/>
          </ac:picMkLst>
        </pc:picChg>
        <pc:picChg chg="add del mod">
          <ac:chgData name="Chao, Wei-Lun" userId="d629317c-62de-44d6-9e2c-4d96c0d2596e" providerId="ADAL" clId="{E047DB95-266B-4A8F-9553-BDF1C75A45B8}" dt="2026-09-28T20:06:23.740" v="63" actId="931"/>
          <ac:picMkLst>
            <pc:docMk/>
            <pc:sldMk cId="2530188794" sldId="6209"/>
            <ac:picMk id="6" creationId="{A91D46AA-512D-7BDF-7675-5D04A86EE337}"/>
          </ac:picMkLst>
        </pc:picChg>
      </pc:sldChg>
      <pc:sldChg chg="del">
        <pc:chgData name="Chao, Wei-Lun" userId="d629317c-62de-44d6-9e2c-4d96c0d2596e" providerId="ADAL" clId="{E047DB95-266B-4A8F-9553-BDF1C75A45B8}" dt="2026-09-29T01:56:59.688" v="754" actId="47"/>
        <pc:sldMkLst>
          <pc:docMk/>
          <pc:sldMk cId="375937192" sldId="6210"/>
        </pc:sldMkLst>
      </pc:sldChg>
      <pc:sldChg chg="del">
        <pc:chgData name="Chao, Wei-Lun" userId="d629317c-62de-44d6-9e2c-4d96c0d2596e" providerId="ADAL" clId="{E047DB95-266B-4A8F-9553-BDF1C75A45B8}" dt="2026-09-29T01:57:00.130" v="755" actId="47"/>
        <pc:sldMkLst>
          <pc:docMk/>
          <pc:sldMk cId="4291186420" sldId="6211"/>
        </pc:sldMkLst>
      </pc:sldChg>
      <pc:sldChg chg="del">
        <pc:chgData name="Chao, Wei-Lun" userId="d629317c-62de-44d6-9e2c-4d96c0d2596e" providerId="ADAL" clId="{E047DB95-266B-4A8F-9553-BDF1C75A45B8}" dt="2026-09-29T01:57:00.572" v="756" actId="47"/>
        <pc:sldMkLst>
          <pc:docMk/>
          <pc:sldMk cId="3445818616" sldId="6212"/>
        </pc:sldMkLst>
      </pc:sldChg>
      <pc:sldChg chg="del">
        <pc:chgData name="Chao, Wei-Lun" userId="d629317c-62de-44d6-9e2c-4d96c0d2596e" providerId="ADAL" clId="{E047DB95-266B-4A8F-9553-BDF1C75A45B8}" dt="2026-09-29T01:57:01.141" v="757" actId="47"/>
        <pc:sldMkLst>
          <pc:docMk/>
          <pc:sldMk cId="606303575" sldId="6213"/>
        </pc:sldMkLst>
      </pc:sldChg>
      <pc:sldChg chg="modSp mod">
        <pc:chgData name="Chao, Wei-Lun" userId="d629317c-62de-44d6-9e2c-4d96c0d2596e" providerId="ADAL" clId="{E047DB95-266B-4A8F-9553-BDF1C75A45B8}" dt="2026-09-29T01:40:23.160" v="108" actId="20577"/>
        <pc:sldMkLst>
          <pc:docMk/>
          <pc:sldMk cId="92281482" sldId="6214"/>
        </pc:sldMkLst>
        <pc:spChg chg="mod">
          <ac:chgData name="Chao, Wei-Lun" userId="d629317c-62de-44d6-9e2c-4d96c0d2596e" providerId="ADAL" clId="{E047DB95-266B-4A8F-9553-BDF1C75A45B8}" dt="2026-09-29T01:40:23.160" v="108" actId="20577"/>
          <ac:spMkLst>
            <pc:docMk/>
            <pc:sldMk cId="92281482" sldId="6214"/>
            <ac:spMk id="3" creationId="{85806E11-FAB8-9015-415A-3C9DCD1AC8B4}"/>
          </ac:spMkLst>
        </pc:spChg>
      </pc:sldChg>
      <pc:sldChg chg="addSp delSp modSp mod">
        <pc:chgData name="Chao, Wei-Lun" userId="d629317c-62de-44d6-9e2c-4d96c0d2596e" providerId="ADAL" clId="{E047DB95-266B-4A8F-9553-BDF1C75A45B8}" dt="2026-09-29T01:52:54.245" v="664" actId="1076"/>
        <pc:sldMkLst>
          <pc:docMk/>
          <pc:sldMk cId="1228724915" sldId="6215"/>
        </pc:sldMkLst>
        <pc:spChg chg="mod">
          <ac:chgData name="Chao, Wei-Lun" userId="d629317c-62de-44d6-9e2c-4d96c0d2596e" providerId="ADAL" clId="{E047DB95-266B-4A8F-9553-BDF1C75A45B8}" dt="2026-09-29T01:44:24.406" v="205" actId="20577"/>
          <ac:spMkLst>
            <pc:docMk/>
            <pc:sldMk cId="1228724915" sldId="6215"/>
            <ac:spMk id="2" creationId="{5A0A46E6-87A0-34F1-B781-2A6678F3F363}"/>
          </ac:spMkLst>
        </pc:spChg>
        <pc:spChg chg="mod">
          <ac:chgData name="Chao, Wei-Lun" userId="d629317c-62de-44d6-9e2c-4d96c0d2596e" providerId="ADAL" clId="{E047DB95-266B-4A8F-9553-BDF1C75A45B8}" dt="2026-09-29T01:50:34.659" v="530" actId="20577"/>
          <ac:spMkLst>
            <pc:docMk/>
            <pc:sldMk cId="1228724915" sldId="6215"/>
            <ac:spMk id="3" creationId="{B30A82AB-D038-E5B1-B38F-C4B452D2C223}"/>
          </ac:spMkLst>
        </pc:spChg>
        <pc:spChg chg="mod">
          <ac:chgData name="Chao, Wei-Lun" userId="d629317c-62de-44d6-9e2c-4d96c0d2596e" providerId="ADAL" clId="{E047DB95-266B-4A8F-9553-BDF1C75A45B8}" dt="2026-09-29T01:50:55.435" v="549" actId="1076"/>
          <ac:spMkLst>
            <pc:docMk/>
            <pc:sldMk cId="1228724915" sldId="6215"/>
            <ac:spMk id="6" creationId="{0C773086-B3F4-0EBA-806C-CFB4CE3C2B4F}"/>
          </ac:spMkLst>
        </pc:spChg>
        <pc:spChg chg="del">
          <ac:chgData name="Chao, Wei-Lun" userId="d629317c-62de-44d6-9e2c-4d96c0d2596e" providerId="ADAL" clId="{E047DB95-266B-4A8F-9553-BDF1C75A45B8}" dt="2026-09-29T01:45:07.295" v="271" actId="478"/>
          <ac:spMkLst>
            <pc:docMk/>
            <pc:sldMk cId="1228724915" sldId="6215"/>
            <ac:spMk id="8" creationId="{88E4CD17-883A-E9AA-4633-DBA91802F25C}"/>
          </ac:spMkLst>
        </pc:spChg>
        <pc:spChg chg="del mod">
          <ac:chgData name="Chao, Wei-Lun" userId="d629317c-62de-44d6-9e2c-4d96c0d2596e" providerId="ADAL" clId="{E047DB95-266B-4A8F-9553-BDF1C75A45B8}" dt="2026-09-29T01:47:01.155" v="308" actId="478"/>
          <ac:spMkLst>
            <pc:docMk/>
            <pc:sldMk cId="1228724915" sldId="6215"/>
            <ac:spMk id="9" creationId="{611854AA-FCD7-4E44-499C-5233EFF1A15F}"/>
          </ac:spMkLst>
        </pc:spChg>
        <pc:spChg chg="del">
          <ac:chgData name="Chao, Wei-Lun" userId="d629317c-62de-44d6-9e2c-4d96c0d2596e" providerId="ADAL" clId="{E047DB95-266B-4A8F-9553-BDF1C75A45B8}" dt="2026-09-29T01:45:06.646" v="270" actId="478"/>
          <ac:spMkLst>
            <pc:docMk/>
            <pc:sldMk cId="1228724915" sldId="6215"/>
            <ac:spMk id="10" creationId="{E8084FA2-BC9B-25C6-DE5D-A5A11905DC8E}"/>
          </ac:spMkLst>
        </pc:spChg>
        <pc:spChg chg="add mod">
          <ac:chgData name="Chao, Wei-Lun" userId="d629317c-62de-44d6-9e2c-4d96c0d2596e" providerId="ADAL" clId="{E047DB95-266B-4A8F-9553-BDF1C75A45B8}" dt="2026-09-29T01:45:45.391" v="303" actId="1076"/>
          <ac:spMkLst>
            <pc:docMk/>
            <pc:sldMk cId="1228724915" sldId="6215"/>
            <ac:spMk id="11" creationId="{D53F608A-5BA3-0D6D-4882-9B859B31DDF0}"/>
          </ac:spMkLst>
        </pc:spChg>
        <pc:spChg chg="add mod">
          <ac:chgData name="Chao, Wei-Lun" userId="d629317c-62de-44d6-9e2c-4d96c0d2596e" providerId="ADAL" clId="{E047DB95-266B-4A8F-9553-BDF1C75A45B8}" dt="2026-09-29T01:45:45.391" v="303" actId="1076"/>
          <ac:spMkLst>
            <pc:docMk/>
            <pc:sldMk cId="1228724915" sldId="6215"/>
            <ac:spMk id="13" creationId="{15C4AA44-742C-E300-C975-EFE301836989}"/>
          </ac:spMkLst>
        </pc:spChg>
        <pc:spChg chg="add mod">
          <ac:chgData name="Chao, Wei-Lun" userId="d629317c-62de-44d6-9e2c-4d96c0d2596e" providerId="ADAL" clId="{E047DB95-266B-4A8F-9553-BDF1C75A45B8}" dt="2026-09-29T01:50:53.046" v="548" actId="1037"/>
          <ac:spMkLst>
            <pc:docMk/>
            <pc:sldMk cId="1228724915" sldId="6215"/>
            <ac:spMk id="19" creationId="{18DD756A-0DF6-E998-41A3-8148A79FD48C}"/>
          </ac:spMkLst>
        </pc:spChg>
        <pc:spChg chg="add mod">
          <ac:chgData name="Chao, Wei-Lun" userId="d629317c-62de-44d6-9e2c-4d96c0d2596e" providerId="ADAL" clId="{E047DB95-266B-4A8F-9553-BDF1C75A45B8}" dt="2026-09-29T01:50:53.046" v="548" actId="1037"/>
          <ac:spMkLst>
            <pc:docMk/>
            <pc:sldMk cId="1228724915" sldId="6215"/>
            <ac:spMk id="21" creationId="{C4D9C53D-94F4-E246-4383-B4614E78D5EA}"/>
          </ac:spMkLst>
        </pc:spChg>
        <pc:spChg chg="add mod">
          <ac:chgData name="Chao, Wei-Lun" userId="d629317c-62de-44d6-9e2c-4d96c0d2596e" providerId="ADAL" clId="{E047DB95-266B-4A8F-9553-BDF1C75A45B8}" dt="2026-09-29T01:52:54.245" v="664" actId="1076"/>
          <ac:spMkLst>
            <pc:docMk/>
            <pc:sldMk cId="1228724915" sldId="6215"/>
            <ac:spMk id="22" creationId="{B8FCFA65-6E15-BDC0-6BD1-550E0DEE2897}"/>
          </ac:spMkLst>
        </pc:spChg>
        <pc:spChg chg="add del mod">
          <ac:chgData name="Chao, Wei-Lun" userId="d629317c-62de-44d6-9e2c-4d96c0d2596e" providerId="ADAL" clId="{E047DB95-266B-4A8F-9553-BDF1C75A45B8}" dt="2026-09-29T01:51:00.551" v="551" actId="478"/>
          <ac:spMkLst>
            <pc:docMk/>
            <pc:sldMk cId="1228724915" sldId="6215"/>
            <ac:spMk id="24" creationId="{344E1A31-E68E-CC57-9F97-D826AC006C01}"/>
          </ac:spMkLst>
        </pc:spChg>
        <pc:spChg chg="add mod">
          <ac:chgData name="Chao, Wei-Lun" userId="d629317c-62de-44d6-9e2c-4d96c0d2596e" providerId="ADAL" clId="{E047DB95-266B-4A8F-9553-BDF1C75A45B8}" dt="2026-09-29T01:52:51.748" v="663" actId="1076"/>
          <ac:spMkLst>
            <pc:docMk/>
            <pc:sldMk cId="1228724915" sldId="6215"/>
            <ac:spMk id="26" creationId="{F0382F6C-E1DD-BC6F-B26A-31A03592F21C}"/>
          </ac:spMkLst>
        </pc:spChg>
        <pc:spChg chg="add mod">
          <ac:chgData name="Chao, Wei-Lun" userId="d629317c-62de-44d6-9e2c-4d96c0d2596e" providerId="ADAL" clId="{E047DB95-266B-4A8F-9553-BDF1C75A45B8}" dt="2026-09-29T01:52:45.022" v="662" actId="1036"/>
          <ac:spMkLst>
            <pc:docMk/>
            <pc:sldMk cId="1228724915" sldId="6215"/>
            <ac:spMk id="31" creationId="{B1DE9760-A2C2-A69C-9ADA-1CB9844FDFC0}"/>
          </ac:spMkLst>
        </pc:spChg>
        <pc:picChg chg="del">
          <ac:chgData name="Chao, Wei-Lun" userId="d629317c-62de-44d6-9e2c-4d96c0d2596e" providerId="ADAL" clId="{E047DB95-266B-4A8F-9553-BDF1C75A45B8}" dt="2026-09-29T01:46:58.044" v="307" actId="478"/>
          <ac:picMkLst>
            <pc:docMk/>
            <pc:sldMk cId="1228724915" sldId="6215"/>
            <ac:picMk id="5" creationId="{78148156-F450-13F6-9D84-1B53F8F02434}"/>
          </ac:picMkLst>
        </pc:picChg>
        <pc:picChg chg="del">
          <ac:chgData name="Chao, Wei-Lun" userId="d629317c-62de-44d6-9e2c-4d96c0d2596e" providerId="ADAL" clId="{E047DB95-266B-4A8F-9553-BDF1C75A45B8}" dt="2026-09-29T01:45:04.820" v="269" actId="478"/>
          <ac:picMkLst>
            <pc:docMk/>
            <pc:sldMk cId="1228724915" sldId="6215"/>
            <ac:picMk id="7" creationId="{AC438823-9D95-22A4-35ED-CC769A65E493}"/>
          </ac:picMkLst>
        </pc:picChg>
        <pc:picChg chg="add mod">
          <ac:chgData name="Chao, Wei-Lun" userId="d629317c-62de-44d6-9e2c-4d96c0d2596e" providerId="ADAL" clId="{E047DB95-266B-4A8F-9553-BDF1C75A45B8}" dt="2026-09-29T01:50:53.046" v="548" actId="1037"/>
          <ac:picMkLst>
            <pc:docMk/>
            <pc:sldMk cId="1228724915" sldId="6215"/>
            <ac:picMk id="17" creationId="{74502A12-B9AD-3404-AB71-00A1F251E349}"/>
          </ac:picMkLst>
        </pc:picChg>
        <pc:picChg chg="add del mod">
          <ac:chgData name="Chao, Wei-Lun" userId="d629317c-62de-44d6-9e2c-4d96c0d2596e" providerId="ADAL" clId="{E047DB95-266B-4A8F-9553-BDF1C75A45B8}" dt="2026-09-29T01:52:10.634" v="623" actId="478"/>
          <ac:picMkLst>
            <pc:docMk/>
            <pc:sldMk cId="1228724915" sldId="6215"/>
            <ac:picMk id="28" creationId="{54B05E8E-16EC-DE84-0873-C4010FEE1ACD}"/>
          </ac:picMkLst>
        </pc:picChg>
        <pc:picChg chg="add mod">
          <ac:chgData name="Chao, Wei-Lun" userId="d629317c-62de-44d6-9e2c-4d96c0d2596e" providerId="ADAL" clId="{E047DB95-266B-4A8F-9553-BDF1C75A45B8}" dt="2026-09-29T01:52:18.536" v="627" actId="1076"/>
          <ac:picMkLst>
            <pc:docMk/>
            <pc:sldMk cId="1228724915" sldId="6215"/>
            <ac:picMk id="30" creationId="{1A5C1860-EA8E-7262-73E0-38400510C555}"/>
          </ac:picMkLst>
        </pc:picChg>
        <pc:cxnChg chg="add mod">
          <ac:chgData name="Chao, Wei-Lun" userId="d629317c-62de-44d6-9e2c-4d96c0d2596e" providerId="ADAL" clId="{E047DB95-266B-4A8F-9553-BDF1C75A45B8}" dt="2026-09-29T01:45:45.391" v="303" actId="1076"/>
          <ac:cxnSpMkLst>
            <pc:docMk/>
            <pc:sldMk cId="1228724915" sldId="6215"/>
            <ac:cxnSpMk id="4" creationId="{1BDC10F7-B60E-D6FE-2D85-AAB62C7EF485}"/>
          </ac:cxnSpMkLst>
        </pc:cxnChg>
        <pc:cxnChg chg="add mod">
          <ac:chgData name="Chao, Wei-Lun" userId="d629317c-62de-44d6-9e2c-4d96c0d2596e" providerId="ADAL" clId="{E047DB95-266B-4A8F-9553-BDF1C75A45B8}" dt="2026-09-29T01:45:45.391" v="303" actId="1076"/>
          <ac:cxnSpMkLst>
            <pc:docMk/>
            <pc:sldMk cId="1228724915" sldId="6215"/>
            <ac:cxnSpMk id="12" creationId="{B9BA8D11-F893-1818-32FD-FBD0B81887E7}"/>
          </ac:cxnSpMkLst>
        </pc:cxnChg>
        <pc:cxnChg chg="add mod">
          <ac:chgData name="Chao, Wei-Lun" userId="d629317c-62de-44d6-9e2c-4d96c0d2596e" providerId="ADAL" clId="{E047DB95-266B-4A8F-9553-BDF1C75A45B8}" dt="2026-09-29T01:50:53.046" v="548" actId="1037"/>
          <ac:cxnSpMkLst>
            <pc:docMk/>
            <pc:sldMk cId="1228724915" sldId="6215"/>
            <ac:cxnSpMk id="18" creationId="{29D4CB81-31E1-497C-E898-BEE18750E1EB}"/>
          </ac:cxnSpMkLst>
        </pc:cxnChg>
        <pc:cxnChg chg="add mod">
          <ac:chgData name="Chao, Wei-Lun" userId="d629317c-62de-44d6-9e2c-4d96c0d2596e" providerId="ADAL" clId="{E047DB95-266B-4A8F-9553-BDF1C75A45B8}" dt="2026-09-29T01:50:53.046" v="548" actId="1037"/>
          <ac:cxnSpMkLst>
            <pc:docMk/>
            <pc:sldMk cId="1228724915" sldId="6215"/>
            <ac:cxnSpMk id="20" creationId="{550ED302-0DC9-2EBF-2B46-50F876C1788C}"/>
          </ac:cxnSpMkLst>
        </pc:cxnChg>
      </pc:sldChg>
      <pc:sldChg chg="addSp delSp modSp new mod modClrScheme chgLayout">
        <pc:chgData name="Chao, Wei-Lun" userId="d629317c-62de-44d6-9e2c-4d96c0d2596e" providerId="ADAL" clId="{E047DB95-266B-4A8F-9553-BDF1C75A45B8}" dt="2026-09-29T01:38:24.894" v="84" actId="20577"/>
        <pc:sldMkLst>
          <pc:docMk/>
          <pc:sldMk cId="1979075895" sldId="6216"/>
        </pc:sldMkLst>
        <pc:spChg chg="del">
          <ac:chgData name="Chao, Wei-Lun" userId="d629317c-62de-44d6-9e2c-4d96c0d2596e" providerId="ADAL" clId="{E047DB95-266B-4A8F-9553-BDF1C75A45B8}" dt="2026-09-29T01:37:04.742" v="68" actId="700"/>
          <ac:spMkLst>
            <pc:docMk/>
            <pc:sldMk cId="1979075895" sldId="6216"/>
            <ac:spMk id="2" creationId="{9AEA41F9-F281-4949-FDB4-EC2031FCEC43}"/>
          </ac:spMkLst>
        </pc:spChg>
        <pc:spChg chg="del">
          <ac:chgData name="Chao, Wei-Lun" userId="d629317c-62de-44d6-9e2c-4d96c0d2596e" providerId="ADAL" clId="{E047DB95-266B-4A8F-9553-BDF1C75A45B8}" dt="2026-09-29T01:37:04.742" v="68" actId="700"/>
          <ac:spMkLst>
            <pc:docMk/>
            <pc:sldMk cId="1979075895" sldId="6216"/>
            <ac:spMk id="3" creationId="{CCC95ED9-7B35-A808-955B-AFCD44206E85}"/>
          </ac:spMkLst>
        </pc:spChg>
        <pc:spChg chg="add mod">
          <ac:chgData name="Chao, Wei-Lun" userId="d629317c-62de-44d6-9e2c-4d96c0d2596e" providerId="ADAL" clId="{E047DB95-266B-4A8F-9553-BDF1C75A45B8}" dt="2026-09-29T01:38:24.894" v="84" actId="20577"/>
          <ac:spMkLst>
            <pc:docMk/>
            <pc:sldMk cId="1979075895" sldId="6216"/>
            <ac:spMk id="4" creationId="{EE112CCA-10BF-C9A9-8933-B6EC4CC7D209}"/>
          </ac:spMkLst>
        </pc:spChg>
      </pc:sldChg>
      <pc:sldChg chg="modSp new mod">
        <pc:chgData name="Chao, Wei-Lun" userId="d629317c-62de-44d6-9e2c-4d96c0d2596e" providerId="ADAL" clId="{E047DB95-266B-4A8F-9553-BDF1C75A45B8}" dt="2026-09-29T02:03:05.297" v="898" actId="20577"/>
        <pc:sldMkLst>
          <pc:docMk/>
          <pc:sldMk cId="3363471889" sldId="6217"/>
        </pc:sldMkLst>
        <pc:spChg chg="mod">
          <ac:chgData name="Chao, Wei-Lun" userId="d629317c-62de-44d6-9e2c-4d96c0d2596e" providerId="ADAL" clId="{E047DB95-266B-4A8F-9553-BDF1C75A45B8}" dt="2026-09-29T01:54:04.168" v="684"/>
          <ac:spMkLst>
            <pc:docMk/>
            <pc:sldMk cId="3363471889" sldId="6217"/>
            <ac:spMk id="2" creationId="{06369605-7520-D410-BDED-7FCC12EDC225}"/>
          </ac:spMkLst>
        </pc:spChg>
        <pc:spChg chg="mod">
          <ac:chgData name="Chao, Wei-Lun" userId="d629317c-62de-44d6-9e2c-4d96c0d2596e" providerId="ADAL" clId="{E047DB95-266B-4A8F-9553-BDF1C75A45B8}" dt="2026-09-29T02:03:05.297" v="898" actId="20577"/>
          <ac:spMkLst>
            <pc:docMk/>
            <pc:sldMk cId="3363471889" sldId="6217"/>
            <ac:spMk id="3" creationId="{C0B03152-C30C-A039-A3E2-98BF8501D23E}"/>
          </ac:spMkLst>
        </pc:spChg>
      </pc:sldChg>
      <pc:sldChg chg="addSp modSp add mod modAnim">
        <pc:chgData name="Chao, Wei-Lun" userId="d629317c-62de-44d6-9e2c-4d96c0d2596e" providerId="ADAL" clId="{E047DB95-266B-4A8F-9553-BDF1C75A45B8}" dt="2026-09-29T02:05:26.979" v="970" actId="15"/>
        <pc:sldMkLst>
          <pc:docMk/>
          <pc:sldMk cId="1714051882" sldId="6656"/>
        </pc:sldMkLst>
        <pc:spChg chg="mod">
          <ac:chgData name="Chao, Wei-Lun" userId="d629317c-62de-44d6-9e2c-4d96c0d2596e" providerId="ADAL" clId="{E047DB95-266B-4A8F-9553-BDF1C75A45B8}" dt="2026-09-29T01:58:07.960" v="764" actId="20577"/>
          <ac:spMkLst>
            <pc:docMk/>
            <pc:sldMk cId="1714051882" sldId="6656"/>
            <ac:spMk id="2" creationId="{0BE16E16-AB96-3742-34E3-A8EA0594C0DB}"/>
          </ac:spMkLst>
        </pc:spChg>
        <pc:spChg chg="mod">
          <ac:chgData name="Chao, Wei-Lun" userId="d629317c-62de-44d6-9e2c-4d96c0d2596e" providerId="ADAL" clId="{E047DB95-266B-4A8F-9553-BDF1C75A45B8}" dt="2026-09-29T02:05:26.979" v="970" actId="15"/>
          <ac:spMkLst>
            <pc:docMk/>
            <pc:sldMk cId="1714051882" sldId="6656"/>
            <ac:spMk id="3" creationId="{6B3A84AF-A1D1-1168-03CA-6F528BC17284}"/>
          </ac:spMkLst>
        </pc:spChg>
        <pc:spChg chg="add mod">
          <ac:chgData name="Chao, Wei-Lun" userId="d629317c-62de-44d6-9e2c-4d96c0d2596e" providerId="ADAL" clId="{E047DB95-266B-4A8F-9553-BDF1C75A45B8}" dt="2026-09-29T02:02:25.722" v="888" actId="1076"/>
          <ac:spMkLst>
            <pc:docMk/>
            <pc:sldMk cId="1714051882" sldId="6656"/>
            <ac:spMk id="4" creationId="{C97E3C3A-76DE-9D96-FF82-BC16C310C320}"/>
          </ac:spMkLst>
        </pc:spChg>
        <pc:spChg chg="add mod">
          <ac:chgData name="Chao, Wei-Lun" userId="d629317c-62de-44d6-9e2c-4d96c0d2596e" providerId="ADAL" clId="{E047DB95-266B-4A8F-9553-BDF1C75A45B8}" dt="2026-09-29T02:02:12.065" v="883" actId="113"/>
          <ac:spMkLst>
            <pc:docMk/>
            <pc:sldMk cId="1714051882" sldId="6656"/>
            <ac:spMk id="8" creationId="{DCF21A05-9603-1741-DBFA-4EFAA75E75B5}"/>
          </ac:spMkLst>
        </pc:spChg>
      </pc:sldChg>
      <pc:sldChg chg="new del">
        <pc:chgData name="Chao, Wei-Lun" userId="d629317c-62de-44d6-9e2c-4d96c0d2596e" providerId="ADAL" clId="{E047DB95-266B-4A8F-9553-BDF1C75A45B8}" dt="2026-09-29T01:58:52.105" v="775" actId="47"/>
        <pc:sldMkLst>
          <pc:docMk/>
          <pc:sldMk cId="3780755103" sldId="6657"/>
        </pc:sldMkLst>
      </pc:sldChg>
      <pc:sldChg chg="addSp delSp modSp add mod delAnim modAnim">
        <pc:chgData name="Chao, Wei-Lun" userId="d629317c-62de-44d6-9e2c-4d96c0d2596e" providerId="ADAL" clId="{E047DB95-266B-4A8F-9553-BDF1C75A45B8}" dt="2026-09-29T02:06:33.112" v="992" actId="20577"/>
        <pc:sldMkLst>
          <pc:docMk/>
          <pc:sldMk cId="2382207766" sldId="6658"/>
        </pc:sldMkLst>
        <pc:spChg chg="mod">
          <ac:chgData name="Chao, Wei-Lun" userId="d629317c-62de-44d6-9e2c-4d96c0d2596e" providerId="ADAL" clId="{E047DB95-266B-4A8F-9553-BDF1C75A45B8}" dt="2026-09-29T02:06:33.112" v="992" actId="20577"/>
          <ac:spMkLst>
            <pc:docMk/>
            <pc:sldMk cId="2382207766" sldId="6658"/>
            <ac:spMk id="2" creationId="{41B6CF24-B6D2-3669-BC2C-7487888B87EB}"/>
          </ac:spMkLst>
        </pc:spChg>
        <pc:spChg chg="mod">
          <ac:chgData name="Chao, Wei-Lun" userId="d629317c-62de-44d6-9e2c-4d96c0d2596e" providerId="ADAL" clId="{E047DB95-266B-4A8F-9553-BDF1C75A45B8}" dt="2026-09-29T02:06:11.161" v="990" actId="20577"/>
          <ac:spMkLst>
            <pc:docMk/>
            <pc:sldMk cId="2382207766" sldId="6658"/>
            <ac:spMk id="3" creationId="{ECB85DCD-F81D-3798-E80D-0576F2C9F7C5}"/>
          </ac:spMkLst>
        </pc:spChg>
        <pc:spChg chg="add">
          <ac:chgData name="Chao, Wei-Lun" userId="d629317c-62de-44d6-9e2c-4d96c0d2596e" providerId="ADAL" clId="{E047DB95-266B-4A8F-9553-BDF1C75A45B8}" dt="2026-09-29T02:02:29.494" v="889" actId="22"/>
          <ac:spMkLst>
            <pc:docMk/>
            <pc:sldMk cId="2382207766" sldId="6658"/>
            <ac:spMk id="5" creationId="{26FFAFE6-D6E7-ADE9-39C2-FC3B3EE28335}"/>
          </ac:spMkLst>
        </pc:spChg>
        <pc:spChg chg="add">
          <ac:chgData name="Chao, Wei-Lun" userId="d629317c-62de-44d6-9e2c-4d96c0d2596e" providerId="ADAL" clId="{E047DB95-266B-4A8F-9553-BDF1C75A45B8}" dt="2026-09-29T02:02:29.494" v="889" actId="22"/>
          <ac:spMkLst>
            <pc:docMk/>
            <pc:sldMk cId="2382207766" sldId="6658"/>
            <ac:spMk id="10" creationId="{4DFC49C9-31E6-8224-6675-7EA33C5DBD22}"/>
          </ac:spMkLst>
        </pc:spChg>
        <pc:picChg chg="del">
          <ac:chgData name="Chao, Wei-Lun" userId="d629317c-62de-44d6-9e2c-4d96c0d2596e" providerId="ADAL" clId="{E047DB95-266B-4A8F-9553-BDF1C75A45B8}" dt="2026-09-29T01:58:53.730" v="776" actId="478"/>
          <ac:picMkLst>
            <pc:docMk/>
            <pc:sldMk cId="2382207766" sldId="6658"/>
            <ac:picMk id="9" creationId="{05421807-972D-8827-EB81-4E5A10ED044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9EA88-CDB8-5740-9EFC-694193B32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A175-5696-B54B-8914-C072FC0D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8AC04-A67D-B24C-8E12-8FB56FC056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8DE9-D626-CD46-9744-6BF9484F6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EA5D-6244-A840-989B-3FF66F3C2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F412-BB42-714A-9F06-5752E0C7A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3F71F-EE20-0840-B448-C2CC2398DE4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8E0E4-2FF9-D642-903E-D1AE3C9B5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68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8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2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2412-531C-47CA-BAA6-B0177AE1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E24F2A-9AF9-4D2F-B130-85F6F5C0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B81EB3-84B1-40B7-B5B3-C510BB12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F2685E-9D30-4DC1-B8A3-10EB2B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A5206-89D9-47A3-9F61-D86373E6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FDFF-5A01-4986-9381-278573393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112CCA-10BF-C9A9-8933-B6EC4CC7D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328262"/>
            <a:ext cx="12192000" cy="11007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HW2 – Part 1</a:t>
            </a:r>
          </a:p>
        </p:txBody>
      </p:sp>
    </p:spTree>
    <p:extLst>
      <p:ext uri="{BB962C8B-B14F-4D97-AF65-F5344CB8AC3E}">
        <p14:creationId xmlns:p14="http://schemas.microsoft.com/office/powerpoint/2010/main" val="197907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7229-F118-73B0-75CC-FA0CC511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6E11-FAB8-9015-415A-3C9DCD1A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897360" cy="5245094"/>
          </a:xfrm>
        </p:spPr>
        <p:txBody>
          <a:bodyPr/>
          <a:lstStyle/>
          <a:p>
            <a:r>
              <a:rPr lang="en-US" dirty="0"/>
              <a:t>Please make sure you have read the Lectures 4 &amp; 5</a:t>
            </a:r>
          </a:p>
          <a:p>
            <a:endParaRPr lang="en-US" dirty="0"/>
          </a:p>
          <a:p>
            <a:r>
              <a:rPr lang="en-US" dirty="0"/>
              <a:t>Please read Textbook chapter 38, at least the portions covered by the lectures.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notations in this slide deck may be a bit different from the lecture slides! The goal is to make implementation easier.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1800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97B1CD-BC79-32CB-E115-B432C32B0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50D9-347D-5631-7C1E-25B9B09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0C2C-AC48-CA29-88C8-2CE689AC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do not import packages (like scikit learn) that are not listed in the provided code. </a:t>
            </a:r>
          </a:p>
          <a:p>
            <a:endParaRPr lang="en-US" dirty="0"/>
          </a:p>
          <a:p>
            <a:r>
              <a:rPr lang="en-US" dirty="0"/>
              <a:t>In this homework, you are NOT allowed to use NumPy’s or other Python libraries’ built-in </a:t>
            </a:r>
            <a:r>
              <a:rPr lang="en-US" b="1" dirty="0"/>
              <a:t>convolution, filter functions, down-sampling, up-sampling, Gaussian pyramid, and Laplacian pyramid functions. </a:t>
            </a:r>
            <a:r>
              <a:rPr lang="en-US" dirty="0"/>
              <a:t>If you use them, you will get 0 points for the entire assignment.</a:t>
            </a:r>
          </a:p>
        </p:txBody>
      </p:sp>
    </p:spTree>
    <p:extLst>
      <p:ext uri="{BB962C8B-B14F-4D97-AF65-F5344CB8AC3E}">
        <p14:creationId xmlns:p14="http://schemas.microsoft.com/office/powerpoint/2010/main" val="405868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ADE4-869A-7C7C-D9EF-6EFA7F15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C85B-DF40-0284-6906-94161C1F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homework, given a map (or a matrix), say I</a:t>
            </a:r>
          </a:p>
          <a:p>
            <a:pPr lvl="1"/>
            <a:r>
              <a:rPr lang="en-US" dirty="0"/>
              <a:t>I[n, m] means the </a:t>
            </a:r>
            <a:r>
              <a:rPr lang="en-US" dirty="0" err="1"/>
              <a:t>i</a:t>
            </a:r>
            <a:r>
              <a:rPr lang="en-US" dirty="0"/>
              <a:t>-th horizontal index (left-right) and j-th vertical index (bottom-up)</a:t>
            </a:r>
          </a:p>
          <a:p>
            <a:pPr lvl="1"/>
            <a:r>
              <a:rPr lang="en-US" dirty="0"/>
              <a:t>n &gt;= 0, m &gt;= 0</a:t>
            </a:r>
          </a:p>
        </p:txBody>
      </p:sp>
      <p:pic>
        <p:nvPicPr>
          <p:cNvPr id="13" name="Picture 12" descr="A graph of a cube&#10;&#10;Description automatically generated">
            <a:extLst>
              <a:ext uri="{FF2B5EF4-FFF2-40B4-BE49-F238E27FC236}">
                <a16:creationId xmlns:a16="http://schemas.microsoft.com/office/drawing/2014/main" id="{67923609-BF25-31D4-F7AF-7FAC8F66C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814" y="2862954"/>
            <a:ext cx="4535997" cy="340199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A317E1-E46C-E0C0-ECEC-F6317713A69D}"/>
              </a:ext>
            </a:extLst>
          </p:cNvPr>
          <p:cNvCxnSpPr/>
          <p:nvPr/>
        </p:nvCxnSpPr>
        <p:spPr>
          <a:xfrm>
            <a:off x="8753320" y="6386945"/>
            <a:ext cx="296487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BC28C3-3EA7-1D83-1006-0602DB2F2551}"/>
              </a:ext>
            </a:extLst>
          </p:cNvPr>
          <p:cNvSpPr txBox="1"/>
          <p:nvPr/>
        </p:nvSpPr>
        <p:spPr>
          <a:xfrm>
            <a:off x="10128383" y="6386945"/>
            <a:ext cx="408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2BE016-4519-EEF9-F668-462F12BB9F87}"/>
              </a:ext>
            </a:extLst>
          </p:cNvPr>
          <p:cNvCxnSpPr>
            <a:cxnSpLocks/>
          </p:cNvCxnSpPr>
          <p:nvPr/>
        </p:nvCxnSpPr>
        <p:spPr>
          <a:xfrm flipV="1">
            <a:off x="8753320" y="2862954"/>
            <a:ext cx="0" cy="3539193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3144A4-8E59-066D-C019-E1D2BC74697F}"/>
              </a:ext>
            </a:extLst>
          </p:cNvPr>
          <p:cNvSpPr txBox="1"/>
          <p:nvPr/>
        </p:nvSpPr>
        <p:spPr>
          <a:xfrm flipH="1">
            <a:off x="8185284" y="4540882"/>
            <a:ext cx="32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89411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9F3-CBA1-BCC8-1150-259BA66A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6526-F9E8-DC31-D972-F1E9AB7D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Please note that a color image I means that the image I is a 3D tensor. The 3</a:t>
            </a:r>
            <a:r>
              <a:rPr lang="en-US" baseline="30000" dirty="0"/>
              <a:t>rd</a:t>
            </a:r>
            <a:r>
              <a:rPr lang="en-US" dirty="0"/>
              <a:t> dimension corresponds to R, G, and B.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homework, you will </a:t>
            </a:r>
            <a:r>
              <a:rPr lang="en-US" dirty="0">
                <a:solidFill>
                  <a:srgbClr val="FF0000"/>
                </a:solidFill>
              </a:rPr>
              <a:t>process each channel separately</a:t>
            </a:r>
            <a:r>
              <a:rPr lang="en-US" dirty="0"/>
              <a:t>. You can extract each by I[:, :, c], where c is between 0 and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D496B-AC51-BEE5-2E50-B7FE4BE2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30" y="2609199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8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46E6-87A0-34F1-B781-2A6678F3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2AB-D038-E5B1-B38F-C4B452D2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an image by a list of points and their pixel colors </a:t>
            </a:r>
          </a:p>
          <a:p>
            <a:pPr lvl="1"/>
            <a:r>
              <a:rPr lang="en-US" dirty="0"/>
              <a:t>Given an image I, where pixel coordinates start from (0, 0)</a:t>
            </a:r>
          </a:p>
          <a:p>
            <a:pPr lvl="1"/>
            <a:r>
              <a:rPr lang="en-US" dirty="0"/>
              <a:t>Convert it into a list of (n, m, R, G, B), where R, G, B are associated with pixels (n, m)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C773086-B3F4-0EBA-806C-CFB4CE3C2B4F}"/>
              </a:ext>
            </a:extLst>
          </p:cNvPr>
          <p:cNvSpPr/>
          <p:nvPr/>
        </p:nvSpPr>
        <p:spPr>
          <a:xfrm>
            <a:off x="3696898" y="4478782"/>
            <a:ext cx="738199" cy="5537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502A12-B9AD-3404-AB71-00A1F251E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11" y="3429000"/>
            <a:ext cx="2906478" cy="291574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4CB81-31E1-497C-E898-BEE18750E1EB}"/>
              </a:ext>
            </a:extLst>
          </p:cNvPr>
          <p:cNvCxnSpPr/>
          <p:nvPr/>
        </p:nvCxnSpPr>
        <p:spPr>
          <a:xfrm>
            <a:off x="594375" y="6510073"/>
            <a:ext cx="296487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DD756A-0DF6-E998-41A3-8148A79FD48C}"/>
              </a:ext>
            </a:extLst>
          </p:cNvPr>
          <p:cNvSpPr txBox="1"/>
          <p:nvPr/>
        </p:nvSpPr>
        <p:spPr>
          <a:xfrm>
            <a:off x="1969438" y="6510073"/>
            <a:ext cx="408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0ED302-0DC9-2EBF-2B46-50F876C1788C}"/>
              </a:ext>
            </a:extLst>
          </p:cNvPr>
          <p:cNvCxnSpPr>
            <a:cxnSpLocks/>
          </p:cNvCxnSpPr>
          <p:nvPr/>
        </p:nvCxnSpPr>
        <p:spPr>
          <a:xfrm flipV="1">
            <a:off x="594375" y="2986082"/>
            <a:ext cx="0" cy="3539193"/>
          </a:xfrm>
          <a:prstGeom prst="straightConnector1">
            <a:avLst/>
          </a:prstGeom>
          <a:ln w="635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D9C53D-94F4-E246-4383-B4614E78D5EA}"/>
              </a:ext>
            </a:extLst>
          </p:cNvPr>
          <p:cNvSpPr txBox="1"/>
          <p:nvPr/>
        </p:nvSpPr>
        <p:spPr>
          <a:xfrm flipH="1">
            <a:off x="26339" y="4664010"/>
            <a:ext cx="32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FCFA65-6E15-BDC0-6BD1-550E0DEE2897}"/>
                  </a:ext>
                </a:extLst>
              </p:cNvPr>
              <p:cNvSpPr txBox="1"/>
              <p:nvPr/>
            </p:nvSpPr>
            <p:spPr>
              <a:xfrm>
                <a:off x="4616027" y="4540232"/>
                <a:ext cx="23913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FCFA65-6E15-BDC0-6BD1-550E0DEE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027" y="4540232"/>
                <a:ext cx="239135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F0382F6C-E1DD-BC6F-B26A-31A03592F21C}"/>
              </a:ext>
            </a:extLst>
          </p:cNvPr>
          <p:cNvSpPr/>
          <p:nvPr/>
        </p:nvSpPr>
        <p:spPr>
          <a:xfrm>
            <a:off x="7188317" y="4478781"/>
            <a:ext cx="738199" cy="5537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A5C1860-EA8E-7262-73E0-38400510C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667" y="3376569"/>
            <a:ext cx="3891116" cy="30206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1DE9760-A2C2-A69C-9ADA-1CB9844FDFC0}"/>
              </a:ext>
            </a:extLst>
          </p:cNvPr>
          <p:cNvSpPr txBox="1"/>
          <p:nvPr/>
        </p:nvSpPr>
        <p:spPr>
          <a:xfrm>
            <a:off x="9009339" y="3167627"/>
            <a:ext cx="24327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Point cloud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22872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9BCB-E2CC-3B56-9E8F-197B0347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2 &amp;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0E929-DB6F-A0F4-BE34-81DEC7AFC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7" y="1628292"/>
            <a:ext cx="10434644" cy="31055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9E646-2B48-AF57-8DB6-71422F07E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10" y="5045596"/>
            <a:ext cx="9588500" cy="13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9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9605-7520-D410-BDED-7FCC12ED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2 &amp;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B03152-C30C-A039-A3E2-98BF8501D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𝑴𝒑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Question 2:</a:t>
                </a:r>
              </a:p>
              <a:p>
                <a:pPr lvl="1"/>
                <a:r>
                  <a:rPr lang="en-US" dirty="0"/>
                  <a:t>(1) translate each pixel to the right by 2; to the top by 5</a:t>
                </a:r>
              </a:p>
              <a:p>
                <a:pPr lvl="1"/>
                <a:r>
                  <a:rPr lang="en-US" dirty="0"/>
                  <a:t>(2) rotate clockwise by 10 degrees</a:t>
                </a:r>
              </a:p>
              <a:p>
                <a:pPr lvl="1"/>
                <a:r>
                  <a:rPr lang="en-US" dirty="0"/>
                  <a:t>(3) scale the horizontal direction by 0.8; the vertical direction by 1.2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Question 3:</a:t>
                </a:r>
              </a:p>
              <a:p>
                <a:pPr lvl="1"/>
                <a:r>
                  <a:rPr lang="en-US" i="1" dirty="0"/>
                  <a:t>(1) rotate the image counterclockwise </a:t>
                </a:r>
                <a:r>
                  <a:rPr lang="en-US" i="1" dirty="0">
                    <a:solidFill>
                      <a:srgbClr val="FF0000"/>
                    </a:solidFill>
                  </a:rPr>
                  <a:t>"w.r.t. the coordinate (250, 250)"</a:t>
                </a:r>
                <a:r>
                  <a:rPr lang="en-US" i="1" dirty="0"/>
                  <a:t> by 45 degrees</a:t>
                </a:r>
              </a:p>
              <a:p>
                <a:pPr lvl="1"/>
                <a:r>
                  <a:rPr lang="en-US" i="1" dirty="0"/>
                  <a:t>(2) scale the horizontal direction by 1.6 and the vertical direction by 1.2 </a:t>
                </a:r>
                <a:r>
                  <a:rPr lang="en-US" i="1" dirty="0">
                    <a:solidFill>
                      <a:srgbClr val="FF0000"/>
                    </a:solidFill>
                  </a:rPr>
                  <a:t>"w.r.t. the coordinate (250, 250)"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B03152-C30C-A039-A3E2-98BF8501D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  <a:blipFill>
                <a:blip r:embed="rId2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7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6E16-AB96-3742-34E3-A8EA0594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4: Forward 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A84AF-A1D1-1168-03CA-6F528BC172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every original pixel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,1]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Apply the transformation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dirty="0"/>
                  <a:t> to the coordinate (i.e.,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), to map the original image to the target image</a:t>
                </a:r>
              </a:p>
              <a:p>
                <a:pPr lvl="1"/>
                <a:r>
                  <a:rPr lang="en-US" dirty="0"/>
                  <a:t>Round the resulting coordinate to the closest pixel coordinate (on regular spatial grid)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A84AF-A1D1-1168-03CA-6F528BC172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6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1E7ECCB-D187-E3B9-42AF-E5EFA1BA4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504" y="3480171"/>
            <a:ext cx="7350496" cy="3377829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41A7C1-557A-FC30-FB27-F8DAEB03A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E3C3A-76DE-9D96-FF82-BC16C310C320}"/>
              </a:ext>
            </a:extLst>
          </p:cNvPr>
          <p:cNvSpPr txBox="1"/>
          <p:nvPr/>
        </p:nvSpPr>
        <p:spPr>
          <a:xfrm>
            <a:off x="4644828" y="6368432"/>
            <a:ext cx="159413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Original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21A05-9603-1741-DBFA-4EFAA75E75B5}"/>
              </a:ext>
            </a:extLst>
          </p:cNvPr>
          <p:cNvSpPr txBox="1"/>
          <p:nvPr/>
        </p:nvSpPr>
        <p:spPr>
          <a:xfrm>
            <a:off x="10093954" y="6372274"/>
            <a:ext cx="145338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Target image</a:t>
            </a:r>
          </a:p>
        </p:txBody>
      </p:sp>
    </p:spTree>
    <p:extLst>
      <p:ext uri="{BB962C8B-B14F-4D97-AF65-F5344CB8AC3E}">
        <p14:creationId xmlns:p14="http://schemas.microsoft.com/office/powerpoint/2010/main" val="17140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CF24-B6D2-3669-BC2C-7487888B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5: Backward 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85DCD-F81D-3798-E80D-0576F2C9F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every target pixel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Apply the inverse transformation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to the coordinate (i.e.,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), to map the target image back to the original image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Copy the color of the closest pixel coordinate (on regular spatial grid) in the original image to the target image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85DCD-F81D-3798-E80D-0576F2C9F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273" r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51E9155-625E-5277-6440-2EF820F86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201" y="3232966"/>
            <a:ext cx="7248524" cy="3504159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EB7564D-570C-9662-751F-973F24AC8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481EDF6A-2111-452F-9A47-3C2107E109B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FAFE6-D6E7-ADE9-39C2-FC3B3EE28335}"/>
              </a:ext>
            </a:extLst>
          </p:cNvPr>
          <p:cNvSpPr txBox="1"/>
          <p:nvPr/>
        </p:nvSpPr>
        <p:spPr>
          <a:xfrm>
            <a:off x="4644828" y="6368432"/>
            <a:ext cx="159413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Original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C49C9-31E6-8224-6675-7EA33C5DBD22}"/>
              </a:ext>
            </a:extLst>
          </p:cNvPr>
          <p:cNvSpPr txBox="1"/>
          <p:nvPr/>
        </p:nvSpPr>
        <p:spPr>
          <a:xfrm>
            <a:off x="10093954" y="6372274"/>
            <a:ext cx="145338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Target image</a:t>
            </a:r>
          </a:p>
        </p:txBody>
      </p:sp>
    </p:spTree>
    <p:extLst>
      <p:ext uri="{BB962C8B-B14F-4D97-AF65-F5344CB8AC3E}">
        <p14:creationId xmlns:p14="http://schemas.microsoft.com/office/powerpoint/2010/main" val="238220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</TotalTime>
  <Words>534</Words>
  <Application>Microsoft Office PowerPoint</Application>
  <PresentationFormat>Widescreen</PresentationFormat>
  <Paragraphs>72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PowerPoint Presentation</vt:lpstr>
      <vt:lpstr>Preparation - 1</vt:lpstr>
      <vt:lpstr>Caution</vt:lpstr>
      <vt:lpstr>Convention</vt:lpstr>
      <vt:lpstr>Color images</vt:lpstr>
      <vt:lpstr>Question 1</vt:lpstr>
      <vt:lpstr>Questions 2 &amp; 3</vt:lpstr>
      <vt:lpstr>Questions 2 &amp; 3</vt:lpstr>
      <vt:lpstr>Question 4: Forward mapping</vt:lpstr>
      <vt:lpstr>Question 5: Backward 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Chao, Wei-Lun</cp:lastModifiedBy>
  <cp:revision>289</cp:revision>
  <dcterms:created xsi:type="dcterms:W3CDTF">2020-06-25T19:45:53Z</dcterms:created>
  <dcterms:modified xsi:type="dcterms:W3CDTF">2026-09-29T02:06:35Z</dcterms:modified>
</cp:coreProperties>
</file>